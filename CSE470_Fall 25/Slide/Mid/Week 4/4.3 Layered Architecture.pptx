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Lexen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slide" Target="slides/slide10.xml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4e36d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4e3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a4e36de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a4e36d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a4e36d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a4e36d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a4e36de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a4e36d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4a4e36de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4a4e36d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4a4e36d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4a4e36d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4a4e36de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4a4e36d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a4e36de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4a4e36de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a4e36de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4a4e36de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Layered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 end product come at end of the process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Problems of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No separation between components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Changing a component affects other components.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example – What if I want to change the UI from JavaScript to Angular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175" y="1385400"/>
            <a:ext cx="5506421" cy="503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Layers can be open or closed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closed layer can only be accessed by the layer above.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change in one layer does not affect others. It provides isolation.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However,  what if we want to add a new layer where shared utilities will be provided to be used by the Business Layer.  But, we need to use it sometimes.</a:t>
            </a:r>
            <a:endParaRPr sz="2500"/>
          </a:p>
        </p:txBody>
      </p:sp>
      <p:pic>
        <p:nvPicPr>
          <p:cNvPr descr="lay1.PNG" id="150" name="Google Shape;150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575" y="1454350"/>
            <a:ext cx="6172200" cy="457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Here comes the concept of open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An open can be bypassed by upper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Too many open layers may affect the actual essence of layered architecture.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lay2.PNG" id="157" name="Google Shape;15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0" y="1299425"/>
            <a:ext cx="5954100" cy="4877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lay3.PNG" id="163" name="Google Shape;163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6900" y="1229050"/>
            <a:ext cx="5458200" cy="513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Used when building new facilities on top of existing systems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 development is spread across several teams with each team responsible for a layer of functionality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there is a requirement for multi-level security (for instance, any secured transaction based system)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Allows  easy replacement or addition of entire layers so long as the interface is maintained.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Testing is easy as components are isolated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Disadvantages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practice, providing a clean separation between layers is often difficult and a high-level layer may have to interact directly with lower-level layers rather than through the layer immediately below it.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Performance can be a problem because of multiple levels of interpretation of a service request as it is processed at each layer.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Parallel processing is not possible (Sequential structure)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Example: OSI model, J2EE/Java 2 Enterprise Edition programming model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
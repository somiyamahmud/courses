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Lexend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Lexend-bold.fntdata"/><Relationship Id="rId10" Type="http://schemas.openxmlformats.org/officeDocument/2006/relationships/font" Target="fonts/Lexend-regular.fnt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a3f000b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a3f000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4a3f000b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4a3f000b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4a3f000b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4a3f000b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4a3f000b9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4a3f000b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Software Architecture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Software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Architectural design is concerned with understanding how a software system should be organized and designing the overall structure of that system.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Software Architecture is how the defining components of a software system are organized and assembled. How they communicate each other. And how the constraints of the whole system is ruled by.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architectural model serves as a input to the development phase.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9549" y="4829725"/>
            <a:ext cx="3443875" cy="175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Advantages of explicit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Stakeholder communication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Architecture may be used as a focus of discussion by system stakeholders.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System analysis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Means that analysis of whether the system can meet its non-functional requirements is possible.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Large-scale reuse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architecture may be reusable across a range of systems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Product-line architectures may be developed. (Softwares with common features like e-commerce)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Architecture Design Decisions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6.2 Arch design questions.eps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076" y="1541808"/>
            <a:ext cx="8705840" cy="4671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Architectural View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838200" y="1825625"/>
            <a:ext cx="10515600" cy="18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There are four views from which the architecture of a software can be observed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Each architectural diagram only shows one view or perspective of the system.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6.3 Architectural views.eps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7725" y="3276600"/>
            <a:ext cx="4156556" cy="3206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
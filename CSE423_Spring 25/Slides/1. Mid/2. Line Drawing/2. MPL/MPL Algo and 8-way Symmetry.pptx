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5143500" cx="9144000"/>
  <p:notesSz cx="6858000" cy="9144000"/>
  <p:embeddedFontLst>
    <p:embeddedFont>
      <p:font typeface="Cambria Math"/>
      <p:regular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04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gsns9RgYyBX7LMS8avwFEZRZxW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AEB41F-C07E-4D47-B2CE-9E23470DC473}">
  <a:tblStyle styleId="{8DAEB41F-C07E-4D47-B2CE-9E23470DC47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fill>
          <a:solidFill>
            <a:srgbClr val="E7F3F4"/>
          </a:solidFill>
        </a:fill>
      </a:tcStyle>
    </a:band1H>
    <a:band2H>
      <a:tcTxStyle/>
    </a:band2H>
    <a:band1V>
      <a:tcTxStyle/>
      <a:tcStyle>
        <a:fill>
          <a:solidFill>
            <a:srgbClr val="E7F3F4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BBE0E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BBE0E3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BBE0E3"/>
          </a:solidFill>
        </a:fill>
      </a:tcStyle>
    </a:firstRow>
    <a:neCell>
      <a:tcTxStyle/>
    </a:neCell>
    <a:nwCell>
      <a:tcTxStyle/>
    </a:nwCell>
  </a:tblStyle>
  <a:tblStyle styleId="{E707A948-DA33-4D76-883E-DD5D445AADEC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A4DF89D-1355-4CED-8E5F-35A2F0109B40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C86CFDA2-9D3F-4CAF-827B-304C957E01CF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04" orient="horz"/>
        <p:guide pos="28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CambriaMath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2f2e3612a1_1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g32f2e3612a1_1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2f2e3612a1_1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g32f2e3612a1_1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2f2e3612a1_1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g32f2e3612a1_1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2f2e3612a1_1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g32f2e3612a1_1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892e5b8d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g3892e5b8de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892e5b8d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892e5b8de4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892e5b8de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g3892e5b8de4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892e5b8de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g3892e5b8de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892e5b8de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g3892e5b8de4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39d5ff91945_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39d5ff91945_4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g39d5ff91945_4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3892e5b8de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g3892e5b8de4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892e5b8de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g3892e5b8de4_0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892e5b8de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g3892e5b8de4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3892e5b8de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g3892e5b8de4_0_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892e5b8de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g3892e5b8de4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892e5b8de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g3892e5b8de4_0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3892e5b8de4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g3892e5b8de4_0_1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892e5b8de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g3892e5b8de4_0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3892e5b8de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g3892e5b8de4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892e5b8de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g3892e5b8de4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3892e5b8de4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g3892e5b8de4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892e5b8de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g3892e5b8de4_0_1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892e5b8de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g3892e5b8de4_0_2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892e5b8de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g3892e5b8de4_0_2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89afe9ace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89afe9aced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892e5b8de4_0_3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3892e5b8de4_0_3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g3892e5b8de4_0_3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983fa83b12_6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983fa83b12_6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g3983fa83b12_6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2f2e3612a1_1_1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g32f2e3612a1_1_1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g32f2e3612a1_1_1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g32f2e3612a1_1_1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g32f2e3612a1_1_1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g32f2e3612a1_1_1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2f2e3612a1_1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g32f2e3612a1_1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2f2e3612a1_1_1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g32f2e3612a1_1_12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2f2e3612a1_1_1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g32f2e3612a1_1_1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g32f2e3612a1_1_1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g32f2e3612a1_1_1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2f2e3612a1_1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g32f2e3612a1_1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2f2e3612a1_1_13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g32f2e3612a1_1_132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g32f2e3612a1_1_1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g32f2e3612a1_1_1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g32f2e3612a1_1_1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g32f2e3612a1_1_1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g32f2e3612a1_1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g32f2e3612a1_1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2f2e3612a1_1_14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g32f2e3612a1_1_141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5" name="Google Shape;45;g32f2e3612a1_1_141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g32f2e3612a1_1_14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g32f2e3612a1_1_14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g32f2e3612a1_1_14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" name="Google Shape;49;g32f2e3612a1_1_1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g32f2e3612a1_1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g32f2e3612a1_1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2f2e3612a1_1_151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g32f2e3612a1_1_151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5" name="Google Shape;55;g32f2e3612a1_1_151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6" name="Google Shape;56;g32f2e3612a1_1_151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7" name="Google Shape;57;g32f2e3612a1_1_151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g32f2e3612a1_1_15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g32f2e3612a1_1_15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g32f2e3612a1_1_15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1" name="Google Shape;61;g32f2e3612a1_1_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g32f2e3612a1_1_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g32f2e3612a1_1_1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2f2e3612a1_1_16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g32f2e3612a1_1_16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g32f2e3612a1_1_16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g32f2e3612a1_1_16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g32f2e3612a1_1_1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g32f2e3612a1_1_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g32f2e3612a1_1_1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f2e3612a1_1_17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g32f2e3612a1_1_17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g32f2e3612a1_1_17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g32f2e3612a1_1_1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32f2e3612a1_1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g32f2e3612a1_1_1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2f2e3612a1_1_178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g32f2e3612a1_1_178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82" name="Google Shape;82;g32f2e3612a1_1_178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g32f2e3612a1_1_17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g32f2e3612a1_1_17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g32f2e3612a1_1_17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g32f2e3612a1_1_1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2f2e3612a1_1_1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2f2e3612a1_1_1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f2e3612a1_1_188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g32f2e3612a1_1_188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g32f2e3612a1_1_188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93" name="Google Shape;93;g32f2e3612a1_1_18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g32f2e3612a1_1_18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g32f2e3612a1_1_1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g32f2e3612a1_1_1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2f2e3612a1_1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2f2e3612a1_1_1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2f2e3612a1_1_19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g32f2e3612a1_1_198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g32f2e3612a1_1_19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g32f2e3612a1_1_19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g32f2e3612a1_1_19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g32f2e3612a1_1_1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32f2e3612a1_1_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2f2e3612a1_1_1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2f2e3612a1_1_207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g32f2e3612a1_1_207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1" name="Google Shape;111;g32f2e3612a1_1_20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g32f2e3612a1_1_20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g32f2e3612a1_1_20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" name="Google Shape;114;g32f2e3612a1_1_2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46085" y="3096104"/>
            <a:ext cx="2200011" cy="2062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2f2e3612a1_1_2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86" y="4511180"/>
            <a:ext cx="649506" cy="647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2f2e3612a1_1_2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55435" y="75501"/>
            <a:ext cx="677412" cy="648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92e5b8de4_0_34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g3892e5b8de4_0_34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g3892e5b8de4_0_34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g3892e5b8de4_0_34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g3892e5b8de4_0_3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2f2e3612a1_1_10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g32f2e3612a1_1_10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2f2e3612a1_1_10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g32f2e3612a1_1_10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g32f2e3612a1_1_10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6.png"/><Relationship Id="rId5" Type="http://schemas.openxmlformats.org/officeDocument/2006/relationships/image" Target="../media/image14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5" Type="http://schemas.openxmlformats.org/officeDocument/2006/relationships/image" Target="../media/image11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15.png"/><Relationship Id="rId13" Type="http://schemas.openxmlformats.org/officeDocument/2006/relationships/image" Target="../media/image21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32.png"/><Relationship Id="rId15" Type="http://schemas.openxmlformats.org/officeDocument/2006/relationships/image" Target="../media/image16.png"/><Relationship Id="rId14" Type="http://schemas.openxmlformats.org/officeDocument/2006/relationships/image" Target="../media/image20.png"/><Relationship Id="rId17" Type="http://schemas.openxmlformats.org/officeDocument/2006/relationships/image" Target="../media/image111.png"/><Relationship Id="rId16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18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51.png"/><Relationship Id="rId13" Type="http://schemas.openxmlformats.org/officeDocument/2006/relationships/image" Target="../media/image45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9" Type="http://schemas.openxmlformats.org/officeDocument/2006/relationships/image" Target="../media/image40.png"/><Relationship Id="rId15" Type="http://schemas.openxmlformats.org/officeDocument/2006/relationships/image" Target="../media/image47.png"/><Relationship Id="rId14" Type="http://schemas.openxmlformats.org/officeDocument/2006/relationships/image" Target="../media/image44.png"/><Relationship Id="rId17" Type="http://schemas.openxmlformats.org/officeDocument/2006/relationships/image" Target="../media/image46.png"/><Relationship Id="rId16" Type="http://schemas.openxmlformats.org/officeDocument/2006/relationships/image" Target="../media/image102.png"/><Relationship Id="rId5" Type="http://schemas.openxmlformats.org/officeDocument/2006/relationships/image" Target="../media/image35.png"/><Relationship Id="rId6" Type="http://schemas.openxmlformats.org/officeDocument/2006/relationships/image" Target="../media/image39.png"/><Relationship Id="rId18" Type="http://schemas.openxmlformats.org/officeDocument/2006/relationships/image" Target="../media/image52.png"/><Relationship Id="rId7" Type="http://schemas.openxmlformats.org/officeDocument/2006/relationships/image" Target="../media/image36.png"/><Relationship Id="rId8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Relationship Id="rId4" Type="http://schemas.openxmlformats.org/officeDocument/2006/relationships/image" Target="../media/image43.png"/><Relationship Id="rId5" Type="http://schemas.openxmlformats.org/officeDocument/2006/relationships/image" Target="../media/image48.png"/><Relationship Id="rId6" Type="http://schemas.openxmlformats.org/officeDocument/2006/relationships/image" Target="../media/image59.png"/><Relationship Id="rId7" Type="http://schemas.openxmlformats.org/officeDocument/2006/relationships/image" Target="../media/image54.png"/><Relationship Id="rId8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2.png"/><Relationship Id="rId4" Type="http://schemas.openxmlformats.org/officeDocument/2006/relationships/image" Target="../media/image65.png"/><Relationship Id="rId5" Type="http://schemas.openxmlformats.org/officeDocument/2006/relationships/image" Target="../media/image58.png"/><Relationship Id="rId6" Type="http://schemas.openxmlformats.org/officeDocument/2006/relationships/image" Target="../media/image64.png"/><Relationship Id="rId7" Type="http://schemas.openxmlformats.org/officeDocument/2006/relationships/image" Target="../media/image8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8.png"/><Relationship Id="rId4" Type="http://schemas.openxmlformats.org/officeDocument/2006/relationships/image" Target="../media/image50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Relationship Id="rId7" Type="http://schemas.openxmlformats.org/officeDocument/2006/relationships/image" Target="../media/image63.png"/><Relationship Id="rId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1.png"/><Relationship Id="rId4" Type="http://schemas.openxmlformats.org/officeDocument/2006/relationships/image" Target="../media/image65.png"/><Relationship Id="rId5" Type="http://schemas.openxmlformats.org/officeDocument/2006/relationships/image" Target="../media/image69.png"/><Relationship Id="rId6" Type="http://schemas.openxmlformats.org/officeDocument/2006/relationships/image" Target="../media/image95.png"/><Relationship Id="rId7" Type="http://schemas.openxmlformats.org/officeDocument/2006/relationships/image" Target="../media/image82.png"/><Relationship Id="rId8" Type="http://schemas.openxmlformats.org/officeDocument/2006/relationships/image" Target="../media/image7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5.png"/><Relationship Id="rId4" Type="http://schemas.openxmlformats.org/officeDocument/2006/relationships/image" Target="../media/image50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Relationship Id="rId7" Type="http://schemas.openxmlformats.org/officeDocument/2006/relationships/image" Target="../media/image74.png"/><Relationship Id="rId8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6.png"/><Relationship Id="rId4" Type="http://schemas.openxmlformats.org/officeDocument/2006/relationships/image" Target="../media/image50.png"/><Relationship Id="rId5" Type="http://schemas.openxmlformats.org/officeDocument/2006/relationships/image" Target="../media/image70.png"/><Relationship Id="rId6" Type="http://schemas.openxmlformats.org/officeDocument/2006/relationships/image" Target="../media/image68.png"/><Relationship Id="rId7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0.png"/><Relationship Id="rId4" Type="http://schemas.openxmlformats.org/officeDocument/2006/relationships/image" Target="../media/image65.png"/><Relationship Id="rId5" Type="http://schemas.openxmlformats.org/officeDocument/2006/relationships/image" Target="../media/image78.png"/><Relationship Id="rId6" Type="http://schemas.openxmlformats.org/officeDocument/2006/relationships/image" Target="../media/image77.png"/><Relationship Id="rId7" Type="http://schemas.openxmlformats.org/officeDocument/2006/relationships/image" Target="../media/image82.png"/><Relationship Id="rId8" Type="http://schemas.openxmlformats.org/officeDocument/2006/relationships/image" Target="../media/image10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7.png"/><Relationship Id="rId4" Type="http://schemas.openxmlformats.org/officeDocument/2006/relationships/image" Target="../media/image65.png"/><Relationship Id="rId5" Type="http://schemas.openxmlformats.org/officeDocument/2006/relationships/image" Target="../media/image86.png"/><Relationship Id="rId6" Type="http://schemas.openxmlformats.org/officeDocument/2006/relationships/image" Target="../media/image88.png"/><Relationship Id="rId7" Type="http://schemas.openxmlformats.org/officeDocument/2006/relationships/image" Target="../media/image82.png"/><Relationship Id="rId8" Type="http://schemas.openxmlformats.org/officeDocument/2006/relationships/image" Target="../media/image8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Relationship Id="rId5" Type="http://schemas.openxmlformats.org/officeDocument/2006/relationships/image" Target="../media/image10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1.png"/><Relationship Id="rId4" Type="http://schemas.openxmlformats.org/officeDocument/2006/relationships/image" Target="../media/image90.png"/><Relationship Id="rId5" Type="http://schemas.openxmlformats.org/officeDocument/2006/relationships/image" Target="../media/image9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4.png"/><Relationship Id="rId4" Type="http://schemas.openxmlformats.org/officeDocument/2006/relationships/image" Target="../media/image9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studyresearch.in/bresenhams-circle-algorithm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9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0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0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9.png"/><Relationship Id="rId4" Type="http://schemas.openxmlformats.org/officeDocument/2006/relationships/image" Target="../media/image10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Computer Graphics:</a:t>
            </a:r>
            <a:br>
              <a:rPr lang="en-US"/>
            </a:br>
            <a:r>
              <a:rPr lang="en-US"/>
              <a:t>Line Drawing Algorithms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Conversion Algorithms</a:t>
            </a:r>
            <a:endParaRPr/>
          </a:p>
          <a:p>
            <a:pPr indent="0" lvl="0" marL="0" rtl="0" algn="r">
              <a:spcBef>
                <a:spcPts val="640"/>
              </a:spcBef>
              <a:spcAft>
                <a:spcPts val="0"/>
              </a:spcAft>
              <a:buNone/>
            </a:pPr>
            <a:r>
              <a:rPr lang="en-US"/>
              <a:t>(Midpoint Line)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2"/>
          <p:cNvCxnSpPr/>
          <p:nvPr/>
        </p:nvCxnSpPr>
        <p:spPr>
          <a:xfrm>
            <a:off x="4659813" y="-709159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"/>
          <p:cNvCxnSpPr/>
          <p:nvPr/>
        </p:nvCxnSpPr>
        <p:spPr>
          <a:xfrm>
            <a:off x="4659813" y="-11265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"/>
          <p:cNvCxnSpPr/>
          <p:nvPr/>
        </p:nvCxnSpPr>
        <p:spPr>
          <a:xfrm>
            <a:off x="4659813" y="481466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2"/>
          <p:cNvCxnSpPr/>
          <p:nvPr/>
        </p:nvCxnSpPr>
        <p:spPr>
          <a:xfrm>
            <a:off x="4659813" y="-130685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2"/>
          <p:cNvCxnSpPr/>
          <p:nvPr/>
        </p:nvCxnSpPr>
        <p:spPr>
          <a:xfrm>
            <a:off x="1769013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" name="Google Shape;139;p2"/>
          <p:cNvCxnSpPr/>
          <p:nvPr/>
        </p:nvCxnSpPr>
        <p:spPr>
          <a:xfrm>
            <a:off x="2564350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2"/>
          <p:cNvCxnSpPr/>
          <p:nvPr/>
        </p:nvCxnSpPr>
        <p:spPr>
          <a:xfrm>
            <a:off x="33596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2"/>
          <p:cNvCxnSpPr/>
          <p:nvPr/>
        </p:nvCxnSpPr>
        <p:spPr>
          <a:xfrm>
            <a:off x="41518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2"/>
          <p:cNvCxnSpPr/>
          <p:nvPr/>
        </p:nvCxnSpPr>
        <p:spPr>
          <a:xfrm>
            <a:off x="4977350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" name="Google Shape;143;p2"/>
          <p:cNvCxnSpPr/>
          <p:nvPr/>
        </p:nvCxnSpPr>
        <p:spPr>
          <a:xfrm>
            <a:off x="5772688" y="538654"/>
            <a:ext cx="0" cy="3735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" name="Google Shape;144;p2"/>
          <p:cNvCxnSpPr/>
          <p:nvPr/>
        </p:nvCxnSpPr>
        <p:spPr>
          <a:xfrm>
            <a:off x="6568025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2"/>
          <p:cNvCxnSpPr/>
          <p:nvPr/>
        </p:nvCxnSpPr>
        <p:spPr>
          <a:xfrm>
            <a:off x="7360188" y="536272"/>
            <a:ext cx="0" cy="3737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2"/>
          <p:cNvSpPr/>
          <p:nvPr/>
        </p:nvSpPr>
        <p:spPr>
          <a:xfrm>
            <a:off x="1634075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/>
          <p:nvPr/>
        </p:nvSpPr>
        <p:spPr>
          <a:xfrm>
            <a:off x="2432588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3231100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/>
          <p:nvPr/>
        </p:nvSpPr>
        <p:spPr>
          <a:xfrm>
            <a:off x="1637250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4032788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635663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4031200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2434175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3232688" y="3787869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642013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4037550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2440525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3239038" y="19983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4842413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237950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5640925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6439438" y="259724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4845588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7241125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5644100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6442613" y="318303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4844000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7239538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5642513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6441025" y="378906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245888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6447375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2"/>
          <p:cNvCxnSpPr/>
          <p:nvPr/>
        </p:nvCxnSpPr>
        <p:spPr>
          <a:xfrm>
            <a:off x="4659813" y="-1897403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2"/>
          <p:cNvCxnSpPr/>
          <p:nvPr/>
        </p:nvCxnSpPr>
        <p:spPr>
          <a:xfrm>
            <a:off x="4659813" y="-2495097"/>
            <a:ext cx="0" cy="6791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"/>
          <p:cNvSpPr/>
          <p:nvPr/>
        </p:nvSpPr>
        <p:spPr>
          <a:xfrm>
            <a:off x="1632488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4028025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2431000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3229513" y="140781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1640425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4035963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/>
          <p:nvPr/>
        </p:nvSpPr>
        <p:spPr>
          <a:xfrm>
            <a:off x="2438938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3237450" y="81011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4840825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"/>
          <p:cNvSpPr/>
          <p:nvPr/>
        </p:nvSpPr>
        <p:spPr>
          <a:xfrm>
            <a:off x="7236363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"/>
          <p:cNvSpPr/>
          <p:nvPr/>
        </p:nvSpPr>
        <p:spPr>
          <a:xfrm>
            <a:off x="5639338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4848763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"/>
          <p:cNvSpPr/>
          <p:nvPr/>
        </p:nvSpPr>
        <p:spPr>
          <a:xfrm>
            <a:off x="4029613" y="2596054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"/>
          <p:cNvSpPr/>
          <p:nvPr/>
        </p:nvSpPr>
        <p:spPr>
          <a:xfrm>
            <a:off x="2435763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"/>
          <p:cNvSpPr/>
          <p:nvPr/>
        </p:nvSpPr>
        <p:spPr>
          <a:xfrm>
            <a:off x="3234275" y="3181841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"/>
          <p:cNvSpPr/>
          <p:nvPr/>
        </p:nvSpPr>
        <p:spPr>
          <a:xfrm>
            <a:off x="4850350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5648863" y="199955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6437850" y="1409000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"/>
          <p:cNvSpPr/>
          <p:nvPr/>
        </p:nvSpPr>
        <p:spPr>
          <a:xfrm>
            <a:off x="7244300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"/>
          <p:cNvSpPr/>
          <p:nvPr/>
        </p:nvSpPr>
        <p:spPr>
          <a:xfrm>
            <a:off x="5647275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6445788" y="811306"/>
            <a:ext cx="258900" cy="1941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992725" y="75296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992725" y="3728338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992725" y="3130644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"/>
          <p:cNvSpPr txBox="1"/>
          <p:nvPr/>
        </p:nvSpPr>
        <p:spPr>
          <a:xfrm>
            <a:off x="992725" y="2532950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992725" y="1945972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"/>
          <p:cNvSpPr txBox="1"/>
          <p:nvPr/>
        </p:nvSpPr>
        <p:spPr>
          <a:xfrm>
            <a:off x="992725" y="1344706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"/>
          <p:cNvSpPr txBox="1"/>
          <p:nvPr/>
        </p:nvSpPr>
        <p:spPr>
          <a:xfrm>
            <a:off x="24103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"/>
          <p:cNvSpPr txBox="1"/>
          <p:nvPr/>
        </p:nvSpPr>
        <p:spPr>
          <a:xfrm>
            <a:off x="32041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 txBox="1"/>
          <p:nvPr/>
        </p:nvSpPr>
        <p:spPr>
          <a:xfrm>
            <a:off x="39867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"/>
          <p:cNvSpPr txBox="1"/>
          <p:nvPr/>
        </p:nvSpPr>
        <p:spPr>
          <a:xfrm>
            <a:off x="4820188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"/>
          <p:cNvSpPr txBox="1"/>
          <p:nvPr/>
        </p:nvSpPr>
        <p:spPr>
          <a:xfrm>
            <a:off x="5615525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6412450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"/>
          <p:cNvSpPr txBox="1"/>
          <p:nvPr/>
        </p:nvSpPr>
        <p:spPr>
          <a:xfrm>
            <a:off x="161661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"/>
          <p:cNvSpPr txBox="1"/>
          <p:nvPr/>
        </p:nvSpPr>
        <p:spPr>
          <a:xfrm>
            <a:off x="7198263" y="4237925"/>
            <a:ext cx="31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2"/>
          <p:cNvCxnSpPr/>
          <p:nvPr/>
        </p:nvCxnSpPr>
        <p:spPr>
          <a:xfrm flipH="1" rot="10800000">
            <a:off x="1769013" y="1028066"/>
            <a:ext cx="5918100" cy="28491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1" name="Google Shape;211;p2"/>
          <p:cNvGrpSpPr/>
          <p:nvPr/>
        </p:nvGrpSpPr>
        <p:grpSpPr>
          <a:xfrm>
            <a:off x="2438938" y="3540219"/>
            <a:ext cx="250825" cy="82153"/>
            <a:chOff x="2357438" y="5414046"/>
            <a:chExt cx="250825" cy="109538"/>
          </a:xfrm>
        </p:grpSpPr>
        <p:cxnSp>
          <p:nvCxnSpPr>
            <p:cNvPr id="212" name="Google Shape;212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3" name="Google Shape;213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2"/>
          <p:cNvGrpSpPr/>
          <p:nvPr/>
        </p:nvGrpSpPr>
        <p:grpSpPr>
          <a:xfrm>
            <a:off x="3224750" y="2923475"/>
            <a:ext cx="250825" cy="82153"/>
            <a:chOff x="2357438" y="5414046"/>
            <a:chExt cx="250825" cy="109538"/>
          </a:xfrm>
        </p:grpSpPr>
        <p:cxnSp>
          <p:nvCxnSpPr>
            <p:cNvPr id="215" name="Google Shape;215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" name="Google Shape;216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2"/>
          <p:cNvGrpSpPr/>
          <p:nvPr/>
        </p:nvGrpSpPr>
        <p:grpSpPr>
          <a:xfrm>
            <a:off x="4032788" y="2917559"/>
            <a:ext cx="250825" cy="82153"/>
            <a:chOff x="2357438" y="5414046"/>
            <a:chExt cx="250825" cy="109538"/>
          </a:xfrm>
        </p:grpSpPr>
        <p:cxnSp>
          <p:nvCxnSpPr>
            <p:cNvPr id="218" name="Google Shape;218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" name="Google Shape;219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2"/>
          <p:cNvGrpSpPr/>
          <p:nvPr/>
        </p:nvGrpSpPr>
        <p:grpSpPr>
          <a:xfrm>
            <a:off x="4856700" y="2355731"/>
            <a:ext cx="250825" cy="83347"/>
            <a:chOff x="2357438" y="5414046"/>
            <a:chExt cx="250825" cy="109538"/>
          </a:xfrm>
        </p:grpSpPr>
        <p:cxnSp>
          <p:nvCxnSpPr>
            <p:cNvPr id="221" name="Google Shape;221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" name="Google Shape;222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2"/>
          <p:cNvGrpSpPr/>
          <p:nvPr/>
        </p:nvGrpSpPr>
        <p:grpSpPr>
          <a:xfrm>
            <a:off x="5650450" y="1757891"/>
            <a:ext cx="250825" cy="82153"/>
            <a:chOff x="2357438" y="5414046"/>
            <a:chExt cx="250825" cy="109538"/>
          </a:xfrm>
        </p:grpSpPr>
        <p:cxnSp>
          <p:nvCxnSpPr>
            <p:cNvPr id="224" name="Google Shape;224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" name="Google Shape;225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"/>
          <p:cNvGrpSpPr/>
          <p:nvPr/>
        </p:nvGrpSpPr>
        <p:grpSpPr>
          <a:xfrm>
            <a:off x="6442613" y="1757891"/>
            <a:ext cx="250825" cy="82153"/>
            <a:chOff x="2357438" y="5414046"/>
            <a:chExt cx="250825" cy="109538"/>
          </a:xfrm>
        </p:grpSpPr>
        <p:cxnSp>
          <p:nvCxnSpPr>
            <p:cNvPr id="227" name="Google Shape;227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8" name="Google Shape;228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2"/>
          <p:cNvGrpSpPr/>
          <p:nvPr/>
        </p:nvGrpSpPr>
        <p:grpSpPr>
          <a:xfrm>
            <a:off x="7234775" y="1177012"/>
            <a:ext cx="250825" cy="83347"/>
            <a:chOff x="2357438" y="5414046"/>
            <a:chExt cx="250825" cy="109538"/>
          </a:xfrm>
        </p:grpSpPr>
        <p:cxnSp>
          <p:nvCxnSpPr>
            <p:cNvPr id="230" name="Google Shape;230;p2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1" name="Google Shape;231;p2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2"/>
          <p:cNvSpPr txBox="1"/>
          <p:nvPr/>
        </p:nvSpPr>
        <p:spPr>
          <a:xfrm>
            <a:off x="4185188" y="2919904"/>
            <a:ext cx="86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Midpoint</a:t>
            </a:r>
            <a:endParaRPr/>
          </a:p>
        </p:txBody>
      </p:sp>
      <p:sp>
        <p:nvSpPr>
          <p:cNvPr id="233" name="Google Shape;233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3"/>
          <p:cNvGrpSpPr/>
          <p:nvPr/>
        </p:nvGrpSpPr>
        <p:grpSpPr>
          <a:xfrm>
            <a:off x="1740005" y="433421"/>
            <a:ext cx="5683404" cy="4242252"/>
            <a:chOff x="2688631" y="2453054"/>
            <a:chExt cx="3958354" cy="3938221"/>
          </a:xfrm>
        </p:grpSpPr>
        <p:cxnSp>
          <p:nvCxnSpPr>
            <p:cNvPr id="239" name="Google Shape;239;p3"/>
            <p:cNvCxnSpPr/>
            <p:nvPr/>
          </p:nvCxnSpPr>
          <p:spPr>
            <a:xfrm flipH="1" rot="5400000">
              <a:off x="4835035" y="2479060"/>
              <a:ext cx="19049" cy="360484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" name="Google Shape;240;p3"/>
            <p:cNvCxnSpPr/>
            <p:nvPr/>
          </p:nvCxnSpPr>
          <p:spPr>
            <a:xfrm rot="5400000">
              <a:off x="4844559" y="3264871"/>
              <a:ext cx="1" cy="36048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" name="Google Shape;241;p3"/>
            <p:cNvCxnSpPr/>
            <p:nvPr/>
          </p:nvCxnSpPr>
          <p:spPr>
            <a:xfrm flipH="1" rot="5400000">
              <a:off x="4836625" y="1685314"/>
              <a:ext cx="15871" cy="360484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" name="Google Shape;242;p3"/>
            <p:cNvCxnSpPr/>
            <p:nvPr/>
          </p:nvCxnSpPr>
          <p:spPr>
            <a:xfrm flipH="1">
              <a:off x="4070350" y="2470637"/>
              <a:ext cx="35658" cy="39206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3" name="Google Shape;243;p3"/>
            <p:cNvCxnSpPr/>
            <p:nvPr/>
          </p:nvCxnSpPr>
          <p:spPr>
            <a:xfrm flipH="1">
              <a:off x="4895849" y="2461845"/>
              <a:ext cx="1465" cy="392942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3"/>
            <p:cNvCxnSpPr/>
            <p:nvPr/>
          </p:nvCxnSpPr>
          <p:spPr>
            <a:xfrm flipH="1">
              <a:off x="5691188" y="2453054"/>
              <a:ext cx="23812" cy="39382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5" name="Google Shape;245;p3"/>
            <p:cNvSpPr/>
            <p:nvPr/>
          </p:nvSpPr>
          <p:spPr>
            <a:xfrm>
              <a:off x="3948113" y="4154488"/>
              <a:ext cx="258762" cy="258762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3951288" y="4935538"/>
              <a:ext cx="258762" cy="258762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3956050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760913" y="4156075"/>
              <a:ext cx="258762" cy="25876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5559425" y="4156075"/>
              <a:ext cx="258763" cy="25876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764088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5562600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768850" y="3359150"/>
              <a:ext cx="258763" cy="25876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5567363" y="3359150"/>
              <a:ext cx="258762" cy="25876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3"/>
            <p:cNvCxnSpPr/>
            <p:nvPr/>
          </p:nvCxnSpPr>
          <p:spPr>
            <a:xfrm flipH="1" rot="10800000">
              <a:off x="2688631" y="3142769"/>
              <a:ext cx="3757993" cy="22847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5" name="Google Shape;255;p3"/>
          <p:cNvGrpSpPr/>
          <p:nvPr/>
        </p:nvGrpSpPr>
        <p:grpSpPr>
          <a:xfrm>
            <a:off x="3619500" y="2784909"/>
            <a:ext cx="250825" cy="82153"/>
            <a:chOff x="2357438" y="5414046"/>
            <a:chExt cx="250825" cy="109538"/>
          </a:xfrm>
        </p:grpSpPr>
        <p:cxnSp>
          <p:nvCxnSpPr>
            <p:cNvPr id="256" name="Google Shape;256;p3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7" name="Google Shape;257;p3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3"/>
          <p:cNvGrpSpPr/>
          <p:nvPr/>
        </p:nvGrpSpPr>
        <p:grpSpPr>
          <a:xfrm>
            <a:off x="4792663" y="1958616"/>
            <a:ext cx="250825" cy="82153"/>
            <a:chOff x="2357438" y="5414046"/>
            <a:chExt cx="250825" cy="109538"/>
          </a:xfrm>
        </p:grpSpPr>
        <p:cxnSp>
          <p:nvCxnSpPr>
            <p:cNvPr id="259" name="Google Shape;259;p3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3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3"/>
          <p:cNvGrpSpPr/>
          <p:nvPr/>
        </p:nvGrpSpPr>
        <p:grpSpPr>
          <a:xfrm>
            <a:off x="5949950" y="1958616"/>
            <a:ext cx="250825" cy="82153"/>
            <a:chOff x="2357438" y="5414046"/>
            <a:chExt cx="250825" cy="109538"/>
          </a:xfrm>
        </p:grpSpPr>
        <p:cxnSp>
          <p:nvCxnSpPr>
            <p:cNvPr id="262" name="Google Shape;262;p3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3" name="Google Shape;263;p3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4" name="Google Shape;264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9" name="Google Shape;269;p4"/>
          <p:cNvCxnSpPr/>
          <p:nvPr/>
        </p:nvCxnSpPr>
        <p:spPr>
          <a:xfrm flipH="1" rot="10800000">
            <a:off x="565150" y="1607250"/>
            <a:ext cx="3951300" cy="1802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0" name="Google Shape;270;p4"/>
          <p:cNvGrpSpPr/>
          <p:nvPr/>
        </p:nvGrpSpPr>
        <p:grpSpPr>
          <a:xfrm>
            <a:off x="1366800" y="1128809"/>
            <a:ext cx="3335232" cy="2732660"/>
            <a:chOff x="1214605" y="2012601"/>
            <a:chExt cx="3335566" cy="3644033"/>
          </a:xfrm>
        </p:grpSpPr>
        <p:cxnSp>
          <p:nvCxnSpPr>
            <p:cNvPr id="271" name="Google Shape;271;p4"/>
            <p:cNvCxnSpPr/>
            <p:nvPr/>
          </p:nvCxnSpPr>
          <p:spPr>
            <a:xfrm flipH="1" rot="5400000">
              <a:off x="2873575" y="2036664"/>
              <a:ext cx="17626" cy="333556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2" name="Google Shape;272;p4"/>
            <p:cNvCxnSpPr/>
            <p:nvPr/>
          </p:nvCxnSpPr>
          <p:spPr>
            <a:xfrm rot="5400000">
              <a:off x="2882387" y="2763774"/>
              <a:ext cx="1" cy="333556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3" name="Google Shape;273;p4"/>
            <p:cNvCxnSpPr/>
            <p:nvPr/>
          </p:nvCxnSpPr>
          <p:spPr>
            <a:xfrm flipH="1" rot="5400000">
              <a:off x="2875046" y="1302211"/>
              <a:ext cx="14685" cy="33355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4"/>
            <p:cNvCxnSpPr/>
            <p:nvPr/>
          </p:nvCxnSpPr>
          <p:spPr>
            <a:xfrm flipH="1">
              <a:off x="2166012" y="2028871"/>
              <a:ext cx="32994" cy="362776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4"/>
            <p:cNvCxnSpPr/>
            <p:nvPr/>
          </p:nvCxnSpPr>
          <p:spPr>
            <a:xfrm flipH="1">
              <a:off x="2929846" y="2020735"/>
              <a:ext cx="1356" cy="363589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4"/>
            <p:cNvCxnSpPr/>
            <p:nvPr/>
          </p:nvCxnSpPr>
          <p:spPr>
            <a:xfrm flipH="1">
              <a:off x="3665772" y="2012601"/>
              <a:ext cx="22033" cy="36440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7" name="Google Shape;277;p4"/>
            <p:cNvSpPr/>
            <p:nvPr/>
          </p:nvSpPr>
          <p:spPr>
            <a:xfrm>
              <a:off x="2052906" y="3586937"/>
              <a:ext cx="239432" cy="239432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"/>
            <p:cNvSpPr/>
            <p:nvPr/>
          </p:nvSpPr>
          <p:spPr>
            <a:xfrm>
              <a:off x="2055844" y="4309642"/>
              <a:ext cx="239432" cy="239432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"/>
            <p:cNvSpPr/>
            <p:nvPr/>
          </p:nvSpPr>
          <p:spPr>
            <a:xfrm>
              <a:off x="2060250" y="2849543"/>
              <a:ext cx="239433" cy="23943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"/>
            <p:cNvSpPr/>
            <p:nvPr/>
          </p:nvSpPr>
          <p:spPr>
            <a:xfrm>
              <a:off x="2804989" y="3588405"/>
              <a:ext cx="239432" cy="23943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4"/>
            <p:cNvSpPr/>
            <p:nvPr/>
          </p:nvSpPr>
          <p:spPr>
            <a:xfrm>
              <a:off x="3543852" y="3588405"/>
              <a:ext cx="239433" cy="23943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4"/>
            <p:cNvSpPr/>
            <p:nvPr/>
          </p:nvSpPr>
          <p:spPr>
            <a:xfrm>
              <a:off x="2807927" y="4311110"/>
              <a:ext cx="239432" cy="23943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"/>
            <p:cNvSpPr/>
            <p:nvPr/>
          </p:nvSpPr>
          <p:spPr>
            <a:xfrm>
              <a:off x="3546790" y="4311110"/>
              <a:ext cx="239433" cy="23943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"/>
            <p:cNvSpPr/>
            <p:nvPr/>
          </p:nvSpPr>
          <p:spPr>
            <a:xfrm>
              <a:off x="2812334" y="2851011"/>
              <a:ext cx="239433" cy="23943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"/>
            <p:cNvSpPr/>
            <p:nvPr/>
          </p:nvSpPr>
          <p:spPr>
            <a:xfrm>
              <a:off x="3551197" y="2851011"/>
              <a:ext cx="239432" cy="23943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6" name="Google Shape;286;p4"/>
            <p:cNvGrpSpPr/>
            <p:nvPr/>
          </p:nvGrpSpPr>
          <p:grpSpPr>
            <a:xfrm>
              <a:off x="2099159" y="4032716"/>
              <a:ext cx="161613" cy="70578"/>
              <a:chOff x="2357438" y="5414046"/>
              <a:chExt cx="250825" cy="109538"/>
            </a:xfrm>
          </p:grpSpPr>
          <p:cxnSp>
            <p:nvCxnSpPr>
              <p:cNvPr id="287" name="Google Shape;287;p4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88" name="Google Shape;288;p4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4"/>
            <p:cNvGrpSpPr/>
            <p:nvPr/>
          </p:nvGrpSpPr>
          <p:grpSpPr>
            <a:xfrm>
              <a:off x="2854963" y="3322460"/>
              <a:ext cx="161613" cy="70578"/>
              <a:chOff x="2357438" y="5414046"/>
              <a:chExt cx="250825" cy="109538"/>
            </a:xfrm>
          </p:grpSpPr>
          <p:cxnSp>
            <p:nvCxnSpPr>
              <p:cNvPr id="290" name="Google Shape;290;p4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1" name="Google Shape;291;p4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4"/>
            <p:cNvGrpSpPr/>
            <p:nvPr/>
          </p:nvGrpSpPr>
          <p:grpSpPr>
            <a:xfrm>
              <a:off x="3601067" y="3322460"/>
              <a:ext cx="161613" cy="70578"/>
              <a:chOff x="2357438" y="5414046"/>
              <a:chExt cx="250825" cy="109538"/>
            </a:xfrm>
          </p:grpSpPr>
          <p:cxnSp>
            <p:nvCxnSpPr>
              <p:cNvPr id="293" name="Google Shape;293;p4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94" name="Google Shape;294;p4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5" name="Google Shape;295;p4"/>
          <p:cNvSpPr txBox="1"/>
          <p:nvPr/>
        </p:nvSpPr>
        <p:spPr>
          <a:xfrm>
            <a:off x="5511139" y="1509451"/>
            <a:ext cx="1860600" cy="23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7251" l="-983" r="-262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5511139" y="1977785"/>
            <a:ext cx="2467800" cy="23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7999" l="-2715" r="-2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297" name="Google Shape;297;p4"/>
          <p:cNvGrpSpPr/>
          <p:nvPr/>
        </p:nvGrpSpPr>
        <p:grpSpPr>
          <a:xfrm>
            <a:off x="1100132" y="2979954"/>
            <a:ext cx="946151" cy="369365"/>
            <a:chOff x="193913" y="4195346"/>
            <a:chExt cx="947667" cy="491700"/>
          </a:xfrm>
        </p:grpSpPr>
        <p:sp>
          <p:nvSpPr>
            <p:cNvPr id="298" name="Google Shape;298;p4"/>
            <p:cNvSpPr txBox="1"/>
            <p:nvPr/>
          </p:nvSpPr>
          <p:spPr>
            <a:xfrm>
              <a:off x="418280" y="4195346"/>
              <a:ext cx="723300" cy="49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(2, 3)</a:t>
              </a: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193913" y="4311103"/>
              <a:ext cx="167002" cy="16700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4"/>
          <p:cNvGrpSpPr/>
          <p:nvPr/>
        </p:nvGrpSpPr>
        <p:grpSpPr>
          <a:xfrm>
            <a:off x="1119157" y="2404341"/>
            <a:ext cx="6140348" cy="369450"/>
            <a:chOff x="967090" y="3713865"/>
            <a:chExt cx="6140348" cy="492600"/>
          </a:xfrm>
        </p:grpSpPr>
        <p:grpSp>
          <p:nvGrpSpPr>
            <p:cNvPr id="301" name="Google Shape;301;p4"/>
            <p:cNvGrpSpPr/>
            <p:nvPr/>
          </p:nvGrpSpPr>
          <p:grpSpPr>
            <a:xfrm>
              <a:off x="967090" y="3713865"/>
              <a:ext cx="871223" cy="492600"/>
              <a:chOff x="193913" y="4093421"/>
              <a:chExt cx="871223" cy="492600"/>
            </a:xfrm>
          </p:grpSpPr>
          <p:sp>
            <p:nvSpPr>
              <p:cNvPr id="302" name="Google Shape;302;p4"/>
              <p:cNvSpPr txBox="1"/>
              <p:nvPr/>
            </p:nvSpPr>
            <p:spPr>
              <a:xfrm>
                <a:off x="341836" y="4093421"/>
                <a:ext cx="7233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(2, 4)</a:t>
                </a: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193913" y="4311103"/>
                <a:ext cx="167002" cy="16700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4" name="Google Shape;304;p4"/>
            <p:cNvSpPr txBox="1"/>
            <p:nvPr/>
          </p:nvSpPr>
          <p:spPr>
            <a:xfrm>
              <a:off x="5282538" y="3794256"/>
              <a:ext cx="1824900" cy="3078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-37999" l="-4012" r="-133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grpSp>
        <p:nvGrpSpPr>
          <p:cNvPr id="305" name="Google Shape;305;p4"/>
          <p:cNvGrpSpPr/>
          <p:nvPr/>
        </p:nvGrpSpPr>
        <p:grpSpPr>
          <a:xfrm>
            <a:off x="1100168" y="2965647"/>
            <a:ext cx="6145444" cy="909304"/>
            <a:chOff x="946948" y="4462185"/>
            <a:chExt cx="6145444" cy="1213052"/>
          </a:xfrm>
        </p:grpSpPr>
        <p:grpSp>
          <p:nvGrpSpPr>
            <p:cNvPr id="306" name="Google Shape;306;p4"/>
            <p:cNvGrpSpPr/>
            <p:nvPr/>
          </p:nvGrpSpPr>
          <p:grpSpPr>
            <a:xfrm>
              <a:off x="946948" y="5182338"/>
              <a:ext cx="871223" cy="492900"/>
              <a:chOff x="193913" y="4194913"/>
              <a:chExt cx="871223" cy="492900"/>
            </a:xfrm>
          </p:grpSpPr>
          <p:sp>
            <p:nvSpPr>
              <p:cNvPr id="307" name="Google Shape;307;p4"/>
              <p:cNvSpPr txBox="1"/>
              <p:nvPr/>
            </p:nvSpPr>
            <p:spPr>
              <a:xfrm>
                <a:off x="341836" y="4194913"/>
                <a:ext cx="723300" cy="49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1800" u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(2, 2)</a:t>
                </a:r>
                <a:endParaRPr/>
              </a:p>
            </p:txBody>
          </p:sp>
          <p:sp>
            <p:nvSpPr>
              <p:cNvPr id="308" name="Google Shape;308;p4"/>
              <p:cNvSpPr/>
              <p:nvPr/>
            </p:nvSpPr>
            <p:spPr>
              <a:xfrm>
                <a:off x="193913" y="4311103"/>
                <a:ext cx="167002" cy="16700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8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9" name="Google Shape;309;p4"/>
            <p:cNvSpPr txBox="1"/>
            <p:nvPr/>
          </p:nvSpPr>
          <p:spPr>
            <a:xfrm>
              <a:off x="5224292" y="4462185"/>
              <a:ext cx="1868100" cy="30780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-37999" l="-2613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310" name="Google Shape;310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5"/>
          <p:cNvGrpSpPr/>
          <p:nvPr/>
        </p:nvGrpSpPr>
        <p:grpSpPr>
          <a:xfrm>
            <a:off x="1661532" y="416649"/>
            <a:ext cx="5514778" cy="3865758"/>
            <a:chOff x="2688631" y="2453054"/>
            <a:chExt cx="3958354" cy="3938221"/>
          </a:xfrm>
        </p:grpSpPr>
        <p:cxnSp>
          <p:nvCxnSpPr>
            <p:cNvPr id="316" name="Google Shape;316;p5"/>
            <p:cNvCxnSpPr/>
            <p:nvPr/>
          </p:nvCxnSpPr>
          <p:spPr>
            <a:xfrm flipH="1" rot="5400000">
              <a:off x="4835035" y="2479060"/>
              <a:ext cx="19049" cy="360484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5"/>
            <p:cNvCxnSpPr/>
            <p:nvPr/>
          </p:nvCxnSpPr>
          <p:spPr>
            <a:xfrm rot="5400000">
              <a:off x="4844559" y="3264871"/>
              <a:ext cx="1" cy="36048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5"/>
            <p:cNvCxnSpPr/>
            <p:nvPr/>
          </p:nvCxnSpPr>
          <p:spPr>
            <a:xfrm flipH="1" rot="5400000">
              <a:off x="4836625" y="1685314"/>
              <a:ext cx="15871" cy="360484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5"/>
            <p:cNvCxnSpPr/>
            <p:nvPr/>
          </p:nvCxnSpPr>
          <p:spPr>
            <a:xfrm flipH="1">
              <a:off x="4070350" y="2470637"/>
              <a:ext cx="35658" cy="39206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5"/>
            <p:cNvCxnSpPr/>
            <p:nvPr/>
          </p:nvCxnSpPr>
          <p:spPr>
            <a:xfrm flipH="1">
              <a:off x="4895849" y="2461845"/>
              <a:ext cx="1465" cy="392942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5"/>
            <p:cNvCxnSpPr/>
            <p:nvPr/>
          </p:nvCxnSpPr>
          <p:spPr>
            <a:xfrm flipH="1">
              <a:off x="5691188" y="2453054"/>
              <a:ext cx="23812" cy="39382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" name="Google Shape;322;p5"/>
            <p:cNvSpPr/>
            <p:nvPr/>
          </p:nvSpPr>
          <p:spPr>
            <a:xfrm>
              <a:off x="3948113" y="4154488"/>
              <a:ext cx="258762" cy="258762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3951288" y="4935538"/>
              <a:ext cx="258762" cy="258762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3956050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4760913" y="4156075"/>
              <a:ext cx="258762" cy="25876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559425" y="4156075"/>
              <a:ext cx="258763" cy="25876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4764088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562600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4768850" y="3359150"/>
              <a:ext cx="258763" cy="258763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567363" y="3359150"/>
              <a:ext cx="258762" cy="258763"/>
            </a:xfrm>
            <a:prstGeom prst="ellipse">
              <a:avLst/>
            </a:prstGeom>
            <a:solidFill>
              <a:srgbClr val="00B050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1" name="Google Shape;331;p5"/>
            <p:cNvCxnSpPr/>
            <p:nvPr/>
          </p:nvCxnSpPr>
          <p:spPr>
            <a:xfrm flipH="1" rot="10800000">
              <a:off x="2688631" y="3142769"/>
              <a:ext cx="3757993" cy="228476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2" name="Google Shape;332;p5"/>
          <p:cNvGrpSpPr/>
          <p:nvPr/>
        </p:nvGrpSpPr>
        <p:grpSpPr>
          <a:xfrm>
            <a:off x="3454785" y="2607656"/>
            <a:ext cx="261636" cy="87762"/>
            <a:chOff x="2357438" y="5414046"/>
            <a:chExt cx="250825" cy="109538"/>
          </a:xfrm>
        </p:grpSpPr>
        <p:cxnSp>
          <p:nvCxnSpPr>
            <p:cNvPr id="333" name="Google Shape;333;p5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" name="Google Shape;334;p5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5" name="Google Shape;335;p5"/>
          <p:cNvGrpSpPr/>
          <p:nvPr/>
        </p:nvGrpSpPr>
        <p:grpSpPr>
          <a:xfrm>
            <a:off x="4678553" y="1724904"/>
            <a:ext cx="261636" cy="87762"/>
            <a:chOff x="2357438" y="5414046"/>
            <a:chExt cx="250825" cy="109538"/>
          </a:xfrm>
        </p:grpSpPr>
        <p:cxnSp>
          <p:nvCxnSpPr>
            <p:cNvPr id="336" name="Google Shape;336;p5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7" name="Google Shape;337;p5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8" name="Google Shape;338;p5"/>
          <p:cNvGrpSpPr/>
          <p:nvPr/>
        </p:nvGrpSpPr>
        <p:grpSpPr>
          <a:xfrm>
            <a:off x="5885760" y="1724904"/>
            <a:ext cx="261636" cy="87762"/>
            <a:chOff x="2357438" y="5414046"/>
            <a:chExt cx="250825" cy="109538"/>
          </a:xfrm>
        </p:grpSpPr>
        <p:cxnSp>
          <p:nvCxnSpPr>
            <p:cNvPr id="339" name="Google Shape;339;p5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0" name="Google Shape;340;p5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1" name="Google Shape;341;p5"/>
          <p:cNvSpPr txBox="1"/>
          <p:nvPr/>
        </p:nvSpPr>
        <p:spPr>
          <a:xfrm>
            <a:off x="4933126" y="1582618"/>
            <a:ext cx="364800" cy="22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388" l="-13790" r="-344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42" name="Google Shape;342;p5"/>
          <p:cNvSpPr txBox="1"/>
          <p:nvPr/>
        </p:nvSpPr>
        <p:spPr>
          <a:xfrm>
            <a:off x="6212464" y="1593530"/>
            <a:ext cx="370500" cy="22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7388" l="-13557" r="-338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43" name="Google Shape;343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6"/>
          <p:cNvCxnSpPr/>
          <p:nvPr/>
        </p:nvCxnSpPr>
        <p:spPr>
          <a:xfrm flipH="1" rot="5400000">
            <a:off x="4291301" y="-326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6"/>
          <p:cNvCxnSpPr/>
          <p:nvPr/>
        </p:nvCxnSpPr>
        <p:spPr>
          <a:xfrm>
            <a:off x="4301351" y="8132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6"/>
          <p:cNvCxnSpPr/>
          <p:nvPr/>
        </p:nvCxnSpPr>
        <p:spPr>
          <a:xfrm flipH="1">
            <a:off x="3189175" y="6048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6"/>
          <p:cNvSpPr/>
          <p:nvPr/>
        </p:nvSpPr>
        <p:spPr>
          <a:xfrm>
            <a:off x="3014663" y="24181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3019425" y="32599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6"/>
          <p:cNvCxnSpPr/>
          <p:nvPr/>
        </p:nvCxnSpPr>
        <p:spPr>
          <a:xfrm flipH="1" rot="10800000">
            <a:off x="1360488" y="1328963"/>
            <a:ext cx="5241900" cy="26382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4" name="Google Shape;354;p6"/>
          <p:cNvGrpSpPr/>
          <p:nvPr/>
        </p:nvGrpSpPr>
        <p:grpSpPr>
          <a:xfrm>
            <a:off x="3086100" y="2937309"/>
            <a:ext cx="250825" cy="82153"/>
            <a:chOff x="2357438" y="5414046"/>
            <a:chExt cx="250825" cy="109538"/>
          </a:xfrm>
        </p:grpSpPr>
        <p:cxnSp>
          <p:nvCxnSpPr>
            <p:cNvPr id="355" name="Google Shape;355;p6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6" name="Google Shape;356;p6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6"/>
          <p:cNvSpPr txBox="1"/>
          <p:nvPr/>
        </p:nvSpPr>
        <p:spPr>
          <a:xfrm>
            <a:off x="4440243" y="3898533"/>
            <a:ext cx="3843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1" l="-1586" r="-95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58" name="Google Shape;358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3" name="Google Shape;363;p7"/>
          <p:cNvCxnSpPr/>
          <p:nvPr/>
        </p:nvCxnSpPr>
        <p:spPr>
          <a:xfrm flipH="1" rot="5400000">
            <a:off x="4138901" y="-185053"/>
            <a:ext cx="2010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7"/>
          <p:cNvCxnSpPr/>
          <p:nvPr/>
        </p:nvCxnSpPr>
        <p:spPr>
          <a:xfrm>
            <a:off x="4148951" y="660816"/>
            <a:ext cx="0" cy="517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7"/>
          <p:cNvCxnSpPr/>
          <p:nvPr/>
        </p:nvCxnSpPr>
        <p:spPr>
          <a:xfrm flipH="1">
            <a:off x="3036775" y="452438"/>
            <a:ext cx="52500" cy="4223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7"/>
          <p:cNvSpPr/>
          <p:nvPr/>
        </p:nvSpPr>
        <p:spPr>
          <a:xfrm>
            <a:off x="2862263" y="2265760"/>
            <a:ext cx="371400" cy="2799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2867025" y="3107531"/>
            <a:ext cx="371400" cy="278400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" name="Google Shape;368;p7"/>
          <p:cNvCxnSpPr/>
          <p:nvPr/>
        </p:nvCxnSpPr>
        <p:spPr>
          <a:xfrm flipH="1" rot="10800000">
            <a:off x="1208088" y="810862"/>
            <a:ext cx="4860900" cy="3003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9" name="Google Shape;369;p7"/>
          <p:cNvGrpSpPr/>
          <p:nvPr/>
        </p:nvGrpSpPr>
        <p:grpSpPr>
          <a:xfrm>
            <a:off x="2933700" y="2784909"/>
            <a:ext cx="250825" cy="82153"/>
            <a:chOff x="2357438" y="5414046"/>
            <a:chExt cx="250825" cy="109538"/>
          </a:xfrm>
        </p:grpSpPr>
        <p:cxnSp>
          <p:nvCxnSpPr>
            <p:cNvPr id="370" name="Google Shape;370;p7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7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2" name="Google Shape;372;p7"/>
          <p:cNvSpPr txBox="1"/>
          <p:nvPr/>
        </p:nvSpPr>
        <p:spPr>
          <a:xfrm>
            <a:off x="4287843" y="3746133"/>
            <a:ext cx="3750000" cy="207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781" l="-1625" r="-97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373" name="Google Shape;373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" name="Google Shape;378;p8"/>
          <p:cNvGraphicFramePr/>
          <p:nvPr/>
        </p:nvGraphicFramePr>
        <p:xfrm>
          <a:off x="1492100" y="11131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{8DAEB41F-C07E-4D47-B2CE-9E23470DC473}</a:tableStyleId>
              </a:tblPr>
              <a:tblGrid>
                <a:gridCol w="3166725"/>
                <a:gridCol w="3166725"/>
              </a:tblGrid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34343"/>
                          </a:solidFill>
                        </a:rPr>
                        <a:t>f(M)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434343"/>
                          </a:solidFill>
                        </a:rPr>
                        <a:t>Pixel chosen</a:t>
                      </a:r>
                      <a:endParaRPr sz="1800" u="none" cap="none" strike="noStrike">
                        <a:solidFill>
                          <a:srgbClr val="434343"/>
                        </a:solidFill>
                      </a:endParaRPr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f(M) &gt;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upper (NE)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  <a:tr h="856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-US" sz="1800"/>
                        <a:t>f(M) ≤ 0</a:t>
                      </a:r>
                      <a:endParaRPr b="1"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lower (E)</a:t>
                      </a:r>
                      <a:endParaRPr b="1"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79" name="Google Shape;379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p9"/>
          <p:cNvGrpSpPr/>
          <p:nvPr/>
        </p:nvGrpSpPr>
        <p:grpSpPr>
          <a:xfrm>
            <a:off x="1028751" y="635879"/>
            <a:ext cx="6870773" cy="5050768"/>
            <a:chOff x="2795954" y="2453054"/>
            <a:chExt cx="4018936" cy="3938221"/>
          </a:xfrm>
        </p:grpSpPr>
        <p:cxnSp>
          <p:nvCxnSpPr>
            <p:cNvPr id="385" name="Google Shape;385;p9"/>
            <p:cNvCxnSpPr/>
            <p:nvPr/>
          </p:nvCxnSpPr>
          <p:spPr>
            <a:xfrm flipH="1" rot="5400000">
              <a:off x="4835035" y="2479060"/>
              <a:ext cx="19049" cy="360484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9"/>
            <p:cNvCxnSpPr/>
            <p:nvPr/>
          </p:nvCxnSpPr>
          <p:spPr>
            <a:xfrm rot="5400000">
              <a:off x="4844559" y="3264871"/>
              <a:ext cx="1" cy="36048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9"/>
            <p:cNvCxnSpPr/>
            <p:nvPr/>
          </p:nvCxnSpPr>
          <p:spPr>
            <a:xfrm flipH="1" rot="5400000">
              <a:off x="4836625" y="1685314"/>
              <a:ext cx="15871" cy="360484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9"/>
            <p:cNvCxnSpPr/>
            <p:nvPr/>
          </p:nvCxnSpPr>
          <p:spPr>
            <a:xfrm flipH="1">
              <a:off x="4070350" y="2470637"/>
              <a:ext cx="35658" cy="39206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9"/>
            <p:cNvCxnSpPr/>
            <p:nvPr/>
          </p:nvCxnSpPr>
          <p:spPr>
            <a:xfrm flipH="1">
              <a:off x="4895849" y="2461845"/>
              <a:ext cx="1465" cy="392942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9"/>
            <p:cNvCxnSpPr/>
            <p:nvPr/>
          </p:nvCxnSpPr>
          <p:spPr>
            <a:xfrm flipH="1">
              <a:off x="5691188" y="2453054"/>
              <a:ext cx="23812" cy="39382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1" name="Google Shape;391;p9"/>
            <p:cNvSpPr/>
            <p:nvPr/>
          </p:nvSpPr>
          <p:spPr>
            <a:xfrm>
              <a:off x="3948113" y="415448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3951288" y="49355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3956050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4760913" y="41560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5559425" y="41560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4764088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562600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4768850" y="33591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5567363" y="33591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0" name="Google Shape;400;p9"/>
            <p:cNvCxnSpPr/>
            <p:nvPr/>
          </p:nvCxnSpPr>
          <p:spPr>
            <a:xfrm flipH="1" rot="10800000">
              <a:off x="2795954" y="3357563"/>
              <a:ext cx="4018936" cy="223434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01" name="Google Shape;401;p9"/>
          <p:cNvGrpSpPr/>
          <p:nvPr/>
        </p:nvGrpSpPr>
        <p:grpSpPr>
          <a:xfrm>
            <a:off x="3083974" y="3435460"/>
            <a:ext cx="298607" cy="97817"/>
            <a:chOff x="2357438" y="5414046"/>
            <a:chExt cx="250825" cy="109538"/>
          </a:xfrm>
        </p:grpSpPr>
        <p:cxnSp>
          <p:nvCxnSpPr>
            <p:cNvPr id="402" name="Google Shape;402;p9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3" name="Google Shape;403;p9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4" name="Google Shape;404;p9"/>
          <p:cNvGrpSpPr/>
          <p:nvPr/>
        </p:nvGrpSpPr>
        <p:grpSpPr>
          <a:xfrm>
            <a:off x="4459950" y="3424186"/>
            <a:ext cx="298607" cy="97817"/>
            <a:chOff x="2340265" y="6503792"/>
            <a:chExt cx="250825" cy="109538"/>
          </a:xfrm>
        </p:grpSpPr>
        <p:cxnSp>
          <p:nvCxnSpPr>
            <p:cNvPr id="405" name="Google Shape;405;p9"/>
            <p:cNvCxnSpPr/>
            <p:nvPr/>
          </p:nvCxnSpPr>
          <p:spPr>
            <a:xfrm flipH="1" rot="10800000">
              <a:off x="2340265" y="6549768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6" name="Google Shape;406;p9"/>
            <p:cNvSpPr/>
            <p:nvPr/>
          </p:nvSpPr>
          <p:spPr>
            <a:xfrm>
              <a:off x="2418886" y="6503792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7" name="Google Shape;407;p9"/>
          <p:cNvGrpSpPr/>
          <p:nvPr/>
        </p:nvGrpSpPr>
        <p:grpSpPr>
          <a:xfrm>
            <a:off x="5858897" y="2451046"/>
            <a:ext cx="298607" cy="97817"/>
            <a:chOff x="2357438" y="5414046"/>
            <a:chExt cx="250825" cy="109538"/>
          </a:xfrm>
        </p:grpSpPr>
        <p:cxnSp>
          <p:nvCxnSpPr>
            <p:cNvPr id="408" name="Google Shape;408;p9"/>
            <p:cNvCxnSpPr/>
            <p:nvPr/>
          </p:nvCxnSpPr>
          <p:spPr>
            <a:xfrm flipH="1" rot="10800000">
              <a:off x="2357438" y="5460021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9" name="Google Shape;409;p9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0" name="Google Shape;410;p9"/>
          <p:cNvSpPr txBox="1"/>
          <p:nvPr/>
        </p:nvSpPr>
        <p:spPr>
          <a:xfrm>
            <a:off x="2276988" y="4101650"/>
            <a:ext cx="835200" cy="22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26529" l="-7297" r="-80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1" name="Google Shape;411;p9"/>
          <p:cNvSpPr txBox="1"/>
          <p:nvPr/>
        </p:nvSpPr>
        <p:spPr>
          <a:xfrm>
            <a:off x="4656880" y="4183112"/>
            <a:ext cx="1365900" cy="2238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529" l="-3124" r="-580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2" name="Google Shape;412;p9"/>
          <p:cNvSpPr txBox="1"/>
          <p:nvPr/>
        </p:nvSpPr>
        <p:spPr>
          <a:xfrm>
            <a:off x="6065725" y="4090478"/>
            <a:ext cx="1212600" cy="2238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6528" l="-6029" r="-6530" t="-20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3" name="Google Shape;413;p9"/>
          <p:cNvSpPr txBox="1"/>
          <p:nvPr/>
        </p:nvSpPr>
        <p:spPr>
          <a:xfrm>
            <a:off x="6104824" y="3094550"/>
            <a:ext cx="1885800" cy="2238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529" l="-2263" r="-388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4" name="Google Shape;414;p9"/>
          <p:cNvSpPr txBox="1"/>
          <p:nvPr/>
        </p:nvSpPr>
        <p:spPr>
          <a:xfrm>
            <a:off x="4625793" y="3473027"/>
            <a:ext cx="1545600" cy="1743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315" l="-1975" r="-31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5" name="Google Shape;415;p9"/>
          <p:cNvSpPr txBox="1"/>
          <p:nvPr/>
        </p:nvSpPr>
        <p:spPr>
          <a:xfrm>
            <a:off x="4659492" y="3141082"/>
            <a:ext cx="1503600" cy="1743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6315" l="-2023" r="-32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6" name="Google Shape;416;p9"/>
          <p:cNvSpPr txBox="1"/>
          <p:nvPr/>
        </p:nvSpPr>
        <p:spPr>
          <a:xfrm>
            <a:off x="6054343" y="2061692"/>
            <a:ext cx="2059800" cy="2238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26529" l="-2070" r="-35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7" name="Google Shape;417;p9"/>
          <p:cNvSpPr txBox="1"/>
          <p:nvPr/>
        </p:nvSpPr>
        <p:spPr>
          <a:xfrm>
            <a:off x="6160267" y="2522175"/>
            <a:ext cx="1609500" cy="1743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23682" l="-1893" r="-302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18" name="Google Shape;418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 txBox="1"/>
          <p:nvPr/>
        </p:nvSpPr>
        <p:spPr>
          <a:xfrm>
            <a:off x="5376367" y="1361075"/>
            <a:ext cx="2807700" cy="446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3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5" name="Google Shape;425;p10"/>
          <p:cNvSpPr txBox="1"/>
          <p:nvPr/>
        </p:nvSpPr>
        <p:spPr>
          <a:xfrm>
            <a:off x="5957681" y="1674725"/>
            <a:ext cx="3079500" cy="4464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19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26" name="Google Shape;426;p10"/>
          <p:cNvSpPr txBox="1"/>
          <p:nvPr/>
        </p:nvSpPr>
        <p:spPr>
          <a:xfrm>
            <a:off x="5657721" y="1993016"/>
            <a:ext cx="3153900" cy="43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773" r="-5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27" name="Google Shape;427;p10"/>
          <p:cNvGrpSpPr/>
          <p:nvPr/>
        </p:nvGrpSpPr>
        <p:grpSpPr>
          <a:xfrm>
            <a:off x="4859334" y="3014628"/>
            <a:ext cx="4040184" cy="1063218"/>
            <a:chOff x="4858914" y="4628616"/>
            <a:chExt cx="4040588" cy="1418002"/>
          </a:xfrm>
        </p:grpSpPr>
        <p:sp>
          <p:nvSpPr>
            <p:cNvPr id="428" name="Google Shape;428;p10"/>
            <p:cNvSpPr txBox="1"/>
            <p:nvPr/>
          </p:nvSpPr>
          <p:spPr>
            <a:xfrm>
              <a:off x="4858914" y="4628616"/>
              <a:ext cx="2896562" cy="595163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-1473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29" name="Google Shape;429;p10"/>
            <p:cNvSpPr txBox="1"/>
            <p:nvPr/>
          </p:nvSpPr>
          <p:spPr>
            <a:xfrm>
              <a:off x="5440228" y="5046816"/>
              <a:ext cx="3125856" cy="595163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30" name="Google Shape;430;p10"/>
            <p:cNvSpPr txBox="1"/>
            <p:nvPr/>
          </p:nvSpPr>
          <p:spPr>
            <a:xfrm>
              <a:off x="5140268" y="5471204"/>
              <a:ext cx="3759234" cy="575414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31" name="Google Shape;431;p10"/>
          <p:cNvSpPr txBox="1"/>
          <p:nvPr/>
        </p:nvSpPr>
        <p:spPr>
          <a:xfrm>
            <a:off x="5123539" y="4061395"/>
            <a:ext cx="2019000" cy="6234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432" name="Google Shape;432;p10"/>
          <p:cNvGrpSpPr/>
          <p:nvPr/>
        </p:nvGrpSpPr>
        <p:grpSpPr>
          <a:xfrm>
            <a:off x="-119393" y="720582"/>
            <a:ext cx="5179203" cy="3652617"/>
            <a:chOff x="1028700" y="847725"/>
            <a:chExt cx="7161509" cy="6734175"/>
          </a:xfrm>
        </p:grpSpPr>
        <p:grpSp>
          <p:nvGrpSpPr>
            <p:cNvPr id="433" name="Google Shape;433;p10"/>
            <p:cNvGrpSpPr/>
            <p:nvPr/>
          </p:nvGrpSpPr>
          <p:grpSpPr>
            <a:xfrm>
              <a:off x="1028700" y="847725"/>
              <a:ext cx="6870700" cy="6734175"/>
              <a:chOff x="2795954" y="2453054"/>
              <a:chExt cx="4018936" cy="3938221"/>
            </a:xfrm>
          </p:grpSpPr>
          <p:cxnSp>
            <p:nvCxnSpPr>
              <p:cNvPr id="434" name="Google Shape;434;p10"/>
              <p:cNvCxnSpPr/>
              <p:nvPr/>
            </p:nvCxnSpPr>
            <p:spPr>
              <a:xfrm flipH="1" rot="5400000">
                <a:off x="4835035" y="2479060"/>
                <a:ext cx="19049" cy="360484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5" name="Google Shape;435;p10"/>
              <p:cNvCxnSpPr/>
              <p:nvPr/>
            </p:nvCxnSpPr>
            <p:spPr>
              <a:xfrm rot="5400000">
                <a:off x="4844559" y="3264871"/>
                <a:ext cx="1" cy="360485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6" name="Google Shape;436;p10"/>
              <p:cNvCxnSpPr/>
              <p:nvPr/>
            </p:nvCxnSpPr>
            <p:spPr>
              <a:xfrm flipH="1" rot="5400000">
                <a:off x="4836625" y="1685314"/>
                <a:ext cx="15871" cy="360484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7" name="Google Shape;437;p10"/>
              <p:cNvCxnSpPr/>
              <p:nvPr/>
            </p:nvCxnSpPr>
            <p:spPr>
              <a:xfrm flipH="1">
                <a:off x="4070350" y="2470637"/>
                <a:ext cx="35658" cy="3920637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8" name="Google Shape;438;p10"/>
              <p:cNvCxnSpPr/>
              <p:nvPr/>
            </p:nvCxnSpPr>
            <p:spPr>
              <a:xfrm flipH="1">
                <a:off x="4895849" y="2461845"/>
                <a:ext cx="1465" cy="392942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9" name="Google Shape;439;p10"/>
              <p:cNvCxnSpPr/>
              <p:nvPr/>
            </p:nvCxnSpPr>
            <p:spPr>
              <a:xfrm flipH="1">
                <a:off x="5691188" y="2453054"/>
                <a:ext cx="23812" cy="393822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0" name="Google Shape;440;p10"/>
              <p:cNvSpPr/>
              <p:nvPr/>
            </p:nvSpPr>
            <p:spPr>
              <a:xfrm>
                <a:off x="3948113" y="4154488"/>
                <a:ext cx="258762" cy="25876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3951288" y="4935538"/>
                <a:ext cx="258762" cy="25876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3956050" y="3357563"/>
                <a:ext cx="258763" cy="258762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4760913" y="4156075"/>
                <a:ext cx="258762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5559425" y="4156075"/>
                <a:ext cx="258763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4764088" y="4937125"/>
                <a:ext cx="258762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5562600" y="4937125"/>
                <a:ext cx="258763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4768850" y="3359150"/>
                <a:ext cx="258763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5567363" y="3359150"/>
                <a:ext cx="258762" cy="258763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9" name="Google Shape;449;p10"/>
              <p:cNvCxnSpPr/>
              <p:nvPr/>
            </p:nvCxnSpPr>
            <p:spPr>
              <a:xfrm flipH="1" rot="10800000">
                <a:off x="2795954" y="3357563"/>
                <a:ext cx="4018936" cy="223434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50" name="Google Shape;450;p10"/>
            <p:cNvGrpSpPr/>
            <p:nvPr/>
          </p:nvGrpSpPr>
          <p:grpSpPr>
            <a:xfrm>
              <a:off x="3083869" y="4580898"/>
              <a:ext cx="298596" cy="130429"/>
              <a:chOff x="2357438" y="5414046"/>
              <a:chExt cx="250825" cy="109538"/>
            </a:xfrm>
          </p:grpSpPr>
          <p:cxnSp>
            <p:nvCxnSpPr>
              <p:cNvPr id="451" name="Google Shape;451;p10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2" name="Google Shape;452;p10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3" name="Google Shape;453;p10"/>
            <p:cNvGrpSpPr/>
            <p:nvPr/>
          </p:nvGrpSpPr>
          <p:grpSpPr>
            <a:xfrm>
              <a:off x="4459846" y="4565923"/>
              <a:ext cx="298596" cy="130429"/>
              <a:chOff x="2340265" y="6503792"/>
              <a:chExt cx="250825" cy="109538"/>
            </a:xfrm>
          </p:grpSpPr>
          <p:cxnSp>
            <p:nvCxnSpPr>
              <p:cNvPr id="454" name="Google Shape;454;p10"/>
              <p:cNvCxnSpPr/>
              <p:nvPr/>
            </p:nvCxnSpPr>
            <p:spPr>
              <a:xfrm flipH="1" rot="10800000">
                <a:off x="2340265" y="6549768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5" name="Google Shape;455;p10"/>
              <p:cNvSpPr/>
              <p:nvPr/>
            </p:nvSpPr>
            <p:spPr>
              <a:xfrm>
                <a:off x="2418886" y="6503792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6" name="Google Shape;456;p10"/>
            <p:cNvGrpSpPr/>
            <p:nvPr/>
          </p:nvGrpSpPr>
          <p:grpSpPr>
            <a:xfrm>
              <a:off x="5858792" y="3268346"/>
              <a:ext cx="298596" cy="130429"/>
              <a:chOff x="2357438" y="5414046"/>
              <a:chExt cx="250825" cy="109538"/>
            </a:xfrm>
          </p:grpSpPr>
          <p:cxnSp>
            <p:nvCxnSpPr>
              <p:cNvPr id="457" name="Google Shape;457;p10"/>
              <p:cNvCxnSpPr/>
              <p:nvPr/>
            </p:nvCxnSpPr>
            <p:spPr>
              <a:xfrm flipH="1" rot="10800000">
                <a:off x="2357438" y="5460021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58" name="Google Shape;458;p10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9" name="Google Shape;459;p10"/>
            <p:cNvSpPr txBox="1"/>
            <p:nvPr/>
          </p:nvSpPr>
          <p:spPr>
            <a:xfrm>
              <a:off x="2200788" y="5570467"/>
              <a:ext cx="835293" cy="298415"/>
            </a:xfrm>
            <a:prstGeom prst="rect">
              <a:avLst/>
            </a:prstGeom>
            <a:blipFill rotWithShape="1">
              <a:blip r:embed="rId10">
                <a:alphaModFix/>
              </a:blip>
              <a:stretch>
                <a:fillRect b="-26529" l="-7297" r="-8027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0" name="Google Shape;460;p10"/>
            <p:cNvSpPr txBox="1"/>
            <p:nvPr/>
          </p:nvSpPr>
          <p:spPr>
            <a:xfrm>
              <a:off x="4428280" y="5577482"/>
              <a:ext cx="1365887" cy="298415"/>
            </a:xfrm>
            <a:prstGeom prst="rect">
              <a:avLst/>
            </a:prstGeom>
            <a:blipFill rotWithShape="1">
              <a:blip r:embed="rId11">
                <a:alphaModFix/>
              </a:blip>
              <a:stretch>
                <a:fillRect b="-26529" l="-3124" r="-5803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1" name="Google Shape;461;p10"/>
            <p:cNvSpPr txBox="1"/>
            <p:nvPr/>
          </p:nvSpPr>
          <p:spPr>
            <a:xfrm>
              <a:off x="6218125" y="5453971"/>
              <a:ext cx="1212576" cy="298415"/>
            </a:xfrm>
            <a:prstGeom prst="rect">
              <a:avLst/>
            </a:prstGeom>
            <a:blipFill rotWithShape="1">
              <a:blip r:embed="rId12">
                <a:alphaModFix/>
              </a:blip>
              <a:stretch>
                <a:fillRect b="-26528" l="-6029" r="-6530" t="-203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2" name="Google Shape;462;p10"/>
            <p:cNvSpPr txBox="1"/>
            <p:nvPr/>
          </p:nvSpPr>
          <p:spPr>
            <a:xfrm>
              <a:off x="6181024" y="4126067"/>
              <a:ext cx="1885708" cy="298415"/>
            </a:xfrm>
            <a:prstGeom prst="rect">
              <a:avLst/>
            </a:prstGeom>
            <a:blipFill rotWithShape="1">
              <a:blip r:embed="rId13">
                <a:alphaModFix/>
              </a:blip>
              <a:stretch>
                <a:fillRect b="-26529" l="-2263" r="-3882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3" name="Google Shape;463;p10"/>
            <p:cNvSpPr txBox="1"/>
            <p:nvPr/>
          </p:nvSpPr>
          <p:spPr>
            <a:xfrm>
              <a:off x="4168593" y="4732302"/>
              <a:ext cx="1545744" cy="232051"/>
            </a:xfrm>
            <a:prstGeom prst="rect">
              <a:avLst/>
            </a:prstGeom>
            <a:blipFill rotWithShape="1">
              <a:blip r:embed="rId14">
                <a:alphaModFix/>
              </a:blip>
              <a:stretch>
                <a:fillRect b="-26315" l="-1975" r="-316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4" name="Google Shape;464;p10"/>
            <p:cNvSpPr txBox="1"/>
            <p:nvPr/>
          </p:nvSpPr>
          <p:spPr>
            <a:xfrm>
              <a:off x="4354692" y="4188109"/>
              <a:ext cx="1503489" cy="232051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-26315" l="-2023" r="-323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5" name="Google Shape;465;p10"/>
            <p:cNvSpPr txBox="1"/>
            <p:nvPr/>
          </p:nvSpPr>
          <p:spPr>
            <a:xfrm>
              <a:off x="6130543" y="2748923"/>
              <a:ext cx="2059666" cy="298415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-26529" l="-2070" r="-3548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466" name="Google Shape;466;p10"/>
            <p:cNvSpPr txBox="1"/>
            <p:nvPr/>
          </p:nvSpPr>
          <p:spPr>
            <a:xfrm>
              <a:off x="6160267" y="3362900"/>
              <a:ext cx="1609480" cy="232051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-23682" l="-1893" r="-3029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467" name="Google Shape;467;p10"/>
          <p:cNvSpPr txBox="1"/>
          <p:nvPr/>
        </p:nvSpPr>
        <p:spPr>
          <a:xfrm>
            <a:off x="6181650" y="2610267"/>
            <a:ext cx="2333700" cy="35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8888" l="-1827" r="-182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468" name="Google Shape;468;p10"/>
          <p:cNvSpPr txBox="1"/>
          <p:nvPr/>
        </p:nvSpPr>
        <p:spPr>
          <a:xfrm>
            <a:off x="5123550" y="2550575"/>
            <a:ext cx="123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11"/>
          <p:cNvGrpSpPr/>
          <p:nvPr/>
        </p:nvGrpSpPr>
        <p:grpSpPr>
          <a:xfrm>
            <a:off x="295307" y="852413"/>
            <a:ext cx="4499025" cy="2984778"/>
            <a:chOff x="2795954" y="2453054"/>
            <a:chExt cx="4452717" cy="3938221"/>
          </a:xfrm>
        </p:grpSpPr>
        <p:cxnSp>
          <p:nvCxnSpPr>
            <p:cNvPr id="475" name="Google Shape;475;p11"/>
            <p:cNvCxnSpPr/>
            <p:nvPr/>
          </p:nvCxnSpPr>
          <p:spPr>
            <a:xfrm flipH="1" rot="5400000">
              <a:off x="4835035" y="2479060"/>
              <a:ext cx="19049" cy="360484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6" name="Google Shape;476;p11"/>
            <p:cNvCxnSpPr/>
            <p:nvPr/>
          </p:nvCxnSpPr>
          <p:spPr>
            <a:xfrm rot="5400000">
              <a:off x="4844559" y="3264871"/>
              <a:ext cx="1" cy="36048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7" name="Google Shape;477;p11"/>
            <p:cNvCxnSpPr/>
            <p:nvPr/>
          </p:nvCxnSpPr>
          <p:spPr>
            <a:xfrm flipH="1" rot="5400000">
              <a:off x="4836625" y="1685314"/>
              <a:ext cx="15871" cy="360484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8" name="Google Shape;478;p11"/>
            <p:cNvCxnSpPr/>
            <p:nvPr/>
          </p:nvCxnSpPr>
          <p:spPr>
            <a:xfrm flipH="1">
              <a:off x="4070350" y="2470637"/>
              <a:ext cx="35658" cy="39206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9" name="Google Shape;479;p11"/>
            <p:cNvCxnSpPr/>
            <p:nvPr/>
          </p:nvCxnSpPr>
          <p:spPr>
            <a:xfrm flipH="1">
              <a:off x="4895849" y="2461845"/>
              <a:ext cx="1465" cy="3929429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80" name="Google Shape;480;p11"/>
            <p:cNvCxnSpPr/>
            <p:nvPr/>
          </p:nvCxnSpPr>
          <p:spPr>
            <a:xfrm flipH="1">
              <a:off x="5691188" y="2453054"/>
              <a:ext cx="23812" cy="393822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81" name="Google Shape;481;p11"/>
            <p:cNvSpPr/>
            <p:nvPr/>
          </p:nvSpPr>
          <p:spPr>
            <a:xfrm>
              <a:off x="3948113" y="415448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1"/>
            <p:cNvSpPr/>
            <p:nvPr/>
          </p:nvSpPr>
          <p:spPr>
            <a:xfrm>
              <a:off x="3951288" y="49355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1"/>
            <p:cNvSpPr/>
            <p:nvPr/>
          </p:nvSpPr>
          <p:spPr>
            <a:xfrm>
              <a:off x="3956050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1"/>
            <p:cNvSpPr/>
            <p:nvPr/>
          </p:nvSpPr>
          <p:spPr>
            <a:xfrm>
              <a:off x="4760913" y="41560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1"/>
            <p:cNvSpPr/>
            <p:nvPr/>
          </p:nvSpPr>
          <p:spPr>
            <a:xfrm>
              <a:off x="5559425" y="41560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1"/>
            <p:cNvSpPr/>
            <p:nvPr/>
          </p:nvSpPr>
          <p:spPr>
            <a:xfrm>
              <a:off x="4764088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1"/>
            <p:cNvSpPr/>
            <p:nvPr/>
          </p:nvSpPr>
          <p:spPr>
            <a:xfrm>
              <a:off x="5562600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1"/>
            <p:cNvSpPr/>
            <p:nvPr/>
          </p:nvSpPr>
          <p:spPr>
            <a:xfrm>
              <a:off x="4768850" y="33591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1"/>
            <p:cNvSpPr/>
            <p:nvPr/>
          </p:nvSpPr>
          <p:spPr>
            <a:xfrm>
              <a:off x="5567363" y="33591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90" name="Google Shape;490;p11"/>
            <p:cNvCxnSpPr/>
            <p:nvPr/>
          </p:nvCxnSpPr>
          <p:spPr>
            <a:xfrm flipH="1" rot="10800000">
              <a:off x="2795954" y="3932558"/>
              <a:ext cx="4452717" cy="165935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91" name="Google Shape;491;p11"/>
          <p:cNvGrpSpPr/>
          <p:nvPr/>
        </p:nvGrpSpPr>
        <p:grpSpPr>
          <a:xfrm>
            <a:off x="1509962" y="2507296"/>
            <a:ext cx="176480" cy="57814"/>
            <a:chOff x="2357438" y="5414046"/>
            <a:chExt cx="250825" cy="109538"/>
          </a:xfrm>
        </p:grpSpPr>
        <p:cxnSp>
          <p:nvCxnSpPr>
            <p:cNvPr id="492" name="Google Shape;492;p11"/>
            <p:cNvCxnSpPr/>
            <p:nvPr/>
          </p:nvCxnSpPr>
          <p:spPr>
            <a:xfrm flipH="1" rot="10800000">
              <a:off x="2357438" y="5460023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3" name="Google Shape;493;p11"/>
            <p:cNvSpPr/>
            <p:nvPr/>
          </p:nvSpPr>
          <p:spPr>
            <a:xfrm>
              <a:off x="2428082" y="5414046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4" name="Google Shape;494;p11"/>
          <p:cNvGrpSpPr/>
          <p:nvPr/>
        </p:nvGrpSpPr>
        <p:grpSpPr>
          <a:xfrm>
            <a:off x="2323186" y="2500678"/>
            <a:ext cx="176480" cy="57814"/>
            <a:chOff x="2340265" y="6503792"/>
            <a:chExt cx="250825" cy="109538"/>
          </a:xfrm>
        </p:grpSpPr>
        <p:cxnSp>
          <p:nvCxnSpPr>
            <p:cNvPr id="495" name="Google Shape;495;p11"/>
            <p:cNvCxnSpPr/>
            <p:nvPr/>
          </p:nvCxnSpPr>
          <p:spPr>
            <a:xfrm flipH="1" rot="10800000">
              <a:off x="2340265" y="6549768"/>
              <a:ext cx="250825" cy="879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6" name="Google Shape;496;p11"/>
            <p:cNvSpPr/>
            <p:nvPr/>
          </p:nvSpPr>
          <p:spPr>
            <a:xfrm>
              <a:off x="2418886" y="6503792"/>
              <a:ext cx="109538" cy="109538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7" name="Google Shape;497;p11"/>
          <p:cNvGrpSpPr/>
          <p:nvPr/>
        </p:nvGrpSpPr>
        <p:grpSpPr>
          <a:xfrm>
            <a:off x="3149983" y="2491799"/>
            <a:ext cx="176480" cy="57815"/>
            <a:chOff x="2357438" y="6486912"/>
            <a:chExt cx="250825" cy="109539"/>
          </a:xfrm>
        </p:grpSpPr>
        <p:cxnSp>
          <p:nvCxnSpPr>
            <p:cNvPr id="498" name="Google Shape;498;p11"/>
            <p:cNvCxnSpPr/>
            <p:nvPr/>
          </p:nvCxnSpPr>
          <p:spPr>
            <a:xfrm flipH="1" rot="10800000">
              <a:off x="2357438" y="6532889"/>
              <a:ext cx="250825" cy="879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99" name="Google Shape;499;p11"/>
            <p:cNvSpPr/>
            <p:nvPr/>
          </p:nvSpPr>
          <p:spPr>
            <a:xfrm>
              <a:off x="2428082" y="6486912"/>
              <a:ext cx="109538" cy="109539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0" name="Google Shape;500;p11"/>
          <p:cNvSpPr txBox="1"/>
          <p:nvPr/>
        </p:nvSpPr>
        <p:spPr>
          <a:xfrm>
            <a:off x="988038" y="2946048"/>
            <a:ext cx="399000" cy="110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45830" l="-15381" r="-19996" t="-416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1" name="Google Shape;501;p11"/>
          <p:cNvSpPr txBox="1"/>
          <p:nvPr/>
        </p:nvSpPr>
        <p:spPr>
          <a:xfrm>
            <a:off x="2225537" y="2947916"/>
            <a:ext cx="674100" cy="110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49999" l="-6303" r="-1621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2" name="Google Shape;502;p11"/>
          <p:cNvSpPr txBox="1"/>
          <p:nvPr/>
        </p:nvSpPr>
        <p:spPr>
          <a:xfrm>
            <a:off x="3300415" y="2930552"/>
            <a:ext cx="833700" cy="124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28569" l="-2188" r="-583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3" name="Google Shape;503;p11"/>
          <p:cNvSpPr txBox="1"/>
          <p:nvPr/>
        </p:nvSpPr>
        <p:spPr>
          <a:xfrm>
            <a:off x="2150905" y="2574497"/>
            <a:ext cx="982800" cy="110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43998" l="-4968" r="-1490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4" name="Google Shape;504;p11"/>
          <p:cNvSpPr txBox="1"/>
          <p:nvPr/>
        </p:nvSpPr>
        <p:spPr>
          <a:xfrm>
            <a:off x="2128326" y="2340364"/>
            <a:ext cx="957300" cy="1107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49999" l="-4456" r="-1528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5" name="Google Shape;505;p11"/>
          <p:cNvSpPr txBox="1"/>
          <p:nvPr/>
        </p:nvSpPr>
        <p:spPr>
          <a:xfrm>
            <a:off x="3310313" y="2333299"/>
            <a:ext cx="1184100" cy="1245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9627" l="-514" r="-3092" t="-37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6" name="Google Shape;506;p11"/>
          <p:cNvSpPr txBox="1"/>
          <p:nvPr/>
        </p:nvSpPr>
        <p:spPr>
          <a:xfrm>
            <a:off x="3327644" y="2540956"/>
            <a:ext cx="1192500" cy="12450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3329" l="-512" r="-256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7" name="Google Shape;507;p11"/>
          <p:cNvSpPr txBox="1"/>
          <p:nvPr/>
        </p:nvSpPr>
        <p:spPr>
          <a:xfrm>
            <a:off x="5376367" y="1437275"/>
            <a:ext cx="2807700" cy="446400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0" l="-173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8" name="Google Shape;508;p11"/>
          <p:cNvSpPr txBox="1"/>
          <p:nvPr/>
        </p:nvSpPr>
        <p:spPr>
          <a:xfrm>
            <a:off x="5957681" y="1750925"/>
            <a:ext cx="3079500" cy="446400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-196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09" name="Google Shape;509;p11"/>
          <p:cNvSpPr txBox="1"/>
          <p:nvPr/>
        </p:nvSpPr>
        <p:spPr>
          <a:xfrm>
            <a:off x="5657721" y="2063078"/>
            <a:ext cx="3153900" cy="431700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-773" r="-57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10" name="Google Shape;510;p11"/>
          <p:cNvSpPr txBox="1"/>
          <p:nvPr/>
        </p:nvSpPr>
        <p:spPr>
          <a:xfrm>
            <a:off x="5123539" y="4137595"/>
            <a:ext cx="1736700" cy="623400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11" name="Google Shape;511;p11"/>
          <p:cNvSpPr txBox="1"/>
          <p:nvPr/>
        </p:nvSpPr>
        <p:spPr>
          <a:xfrm>
            <a:off x="6151975" y="2674200"/>
            <a:ext cx="2165400" cy="3066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13332" l="-1970" r="-225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grpSp>
        <p:nvGrpSpPr>
          <p:cNvPr id="512" name="Google Shape;512;p11"/>
          <p:cNvGrpSpPr/>
          <p:nvPr/>
        </p:nvGrpSpPr>
        <p:grpSpPr>
          <a:xfrm>
            <a:off x="4794316" y="3055054"/>
            <a:ext cx="4162609" cy="1129370"/>
            <a:chOff x="4736477" y="4540390"/>
            <a:chExt cx="4163025" cy="1506228"/>
          </a:xfrm>
        </p:grpSpPr>
        <p:sp>
          <p:nvSpPr>
            <p:cNvPr id="513" name="Google Shape;513;p11"/>
            <p:cNvSpPr txBox="1"/>
            <p:nvPr/>
          </p:nvSpPr>
          <p:spPr>
            <a:xfrm>
              <a:off x="4736477" y="4540390"/>
              <a:ext cx="2896500" cy="5952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 b="0" l="-1473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1"/>
            <p:cNvSpPr txBox="1"/>
            <p:nvPr/>
          </p:nvSpPr>
          <p:spPr>
            <a:xfrm>
              <a:off x="5440228" y="5046816"/>
              <a:ext cx="3125856" cy="595163"/>
            </a:xfrm>
            <a:prstGeom prst="rect">
              <a:avLst/>
            </a:prstGeom>
            <a:blipFill rotWithShape="1">
              <a:blip r:embed="rId1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  <p:sp>
          <p:nvSpPr>
            <p:cNvPr id="515" name="Google Shape;515;p11"/>
            <p:cNvSpPr txBox="1"/>
            <p:nvPr/>
          </p:nvSpPr>
          <p:spPr>
            <a:xfrm>
              <a:off x="5140268" y="5471204"/>
              <a:ext cx="3759234" cy="575414"/>
            </a:xfrm>
            <a:prstGeom prst="rect">
              <a:avLst/>
            </a:prstGeom>
            <a:blipFill rotWithShape="1">
              <a:blip r:embed="rId1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Arial"/>
                  <a:ea typeface="Arial"/>
                  <a:cs typeface="Arial"/>
                  <a:sym typeface="Arial"/>
                </a:rPr>
                <a:t> </a:t>
              </a:r>
              <a:endParaRPr/>
            </a:p>
          </p:txBody>
        </p:sp>
      </p:grpSp>
      <p:sp>
        <p:nvSpPr>
          <p:cNvPr id="516" name="Google Shape;516;p11"/>
          <p:cNvSpPr txBox="1"/>
          <p:nvPr/>
        </p:nvSpPr>
        <p:spPr>
          <a:xfrm>
            <a:off x="4581525" y="939299"/>
            <a:ext cx="266700" cy="207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517" name="Google Shape;517;p11"/>
          <p:cNvSpPr txBox="1"/>
          <p:nvPr/>
        </p:nvSpPr>
        <p:spPr>
          <a:xfrm flipH="1" rot="10800000">
            <a:off x="5105439" y="3054975"/>
            <a:ext cx="266700" cy="30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1"/>
          <p:cNvSpPr txBox="1"/>
          <p:nvPr/>
        </p:nvSpPr>
        <p:spPr>
          <a:xfrm>
            <a:off x="5085368" y="3080532"/>
            <a:ext cx="323400" cy="207600"/>
          </a:xfrm>
          <a:prstGeom prst="rect">
            <a:avLst/>
          </a:prstGeom>
          <a:blipFill rotWithShape="1">
            <a:blip r:embed="rId18">
              <a:alphaModFix/>
            </a:blip>
            <a:stretch>
              <a:fillRect b="-17778" l="-13789" r="-516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1"/>
          <p:cNvSpPr txBox="1"/>
          <p:nvPr/>
        </p:nvSpPr>
        <p:spPr>
          <a:xfrm>
            <a:off x="4650400" y="2589000"/>
            <a:ext cx="1736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Again assume</a:t>
            </a:r>
            <a:r>
              <a:rPr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2"/>
          <p:cNvSpPr txBox="1"/>
          <p:nvPr>
            <p:ph idx="1" type="body"/>
          </p:nvPr>
        </p:nvSpPr>
        <p:spPr>
          <a:xfrm>
            <a:off x="631788" y="1364803"/>
            <a:ext cx="8229600" cy="2332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1" r="0" t="-25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526" name="Google Shape;526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13"/>
          <p:cNvGrpSpPr/>
          <p:nvPr/>
        </p:nvGrpSpPr>
        <p:grpSpPr>
          <a:xfrm>
            <a:off x="234237" y="1273753"/>
            <a:ext cx="5456004" cy="3229018"/>
            <a:chOff x="911225" y="1408113"/>
            <a:chExt cx="7062789" cy="5573037"/>
          </a:xfrm>
        </p:grpSpPr>
        <p:cxnSp>
          <p:nvCxnSpPr>
            <p:cNvPr id="532" name="Google Shape;532;p13"/>
            <p:cNvCxnSpPr/>
            <p:nvPr/>
          </p:nvCxnSpPr>
          <p:spPr>
            <a:xfrm>
              <a:off x="4578351" y="879475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3" name="Google Shape;533;p13"/>
            <p:cNvCxnSpPr/>
            <p:nvPr/>
          </p:nvCxnSpPr>
          <p:spPr>
            <a:xfrm>
              <a:off x="4578351" y="1674812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4" name="Google Shape;534;p13"/>
            <p:cNvCxnSpPr/>
            <p:nvPr/>
          </p:nvCxnSpPr>
          <p:spPr>
            <a:xfrm>
              <a:off x="4578351" y="2466975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5" name="Google Shape;535;p13"/>
            <p:cNvCxnSpPr/>
            <p:nvPr/>
          </p:nvCxnSpPr>
          <p:spPr>
            <a:xfrm>
              <a:off x="4578351" y="82550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6" name="Google Shape;536;p13"/>
            <p:cNvCxnSpPr/>
            <p:nvPr/>
          </p:nvCxnSpPr>
          <p:spPr>
            <a:xfrm>
              <a:off x="1687513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7" name="Google Shape;537;p13"/>
            <p:cNvCxnSpPr/>
            <p:nvPr/>
          </p:nvCxnSpPr>
          <p:spPr>
            <a:xfrm>
              <a:off x="2482850" y="1411288"/>
              <a:ext cx="0" cy="49799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8" name="Google Shape;538;p13"/>
            <p:cNvCxnSpPr/>
            <p:nvPr/>
          </p:nvCxnSpPr>
          <p:spPr>
            <a:xfrm>
              <a:off x="3278188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13"/>
            <p:cNvCxnSpPr/>
            <p:nvPr/>
          </p:nvCxnSpPr>
          <p:spPr>
            <a:xfrm>
              <a:off x="4070350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0" name="Google Shape;540;p13"/>
            <p:cNvCxnSpPr/>
            <p:nvPr/>
          </p:nvCxnSpPr>
          <p:spPr>
            <a:xfrm>
              <a:off x="4895850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1" name="Google Shape;541;p13"/>
            <p:cNvCxnSpPr/>
            <p:nvPr/>
          </p:nvCxnSpPr>
          <p:spPr>
            <a:xfrm>
              <a:off x="5691188" y="1411288"/>
              <a:ext cx="0" cy="497998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2" name="Google Shape;542;p13"/>
            <p:cNvCxnSpPr/>
            <p:nvPr/>
          </p:nvCxnSpPr>
          <p:spPr>
            <a:xfrm>
              <a:off x="6486525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13"/>
            <p:cNvCxnSpPr/>
            <p:nvPr/>
          </p:nvCxnSpPr>
          <p:spPr>
            <a:xfrm>
              <a:off x="7278688" y="1408113"/>
              <a:ext cx="0" cy="49831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4" name="Google Shape;544;p13"/>
            <p:cNvSpPr/>
            <p:nvPr/>
          </p:nvSpPr>
          <p:spPr>
            <a:xfrm>
              <a:off x="1552575" y="415448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13"/>
            <p:cNvSpPr/>
            <p:nvPr/>
          </p:nvSpPr>
          <p:spPr>
            <a:xfrm>
              <a:off x="2351088" y="415448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13"/>
            <p:cNvSpPr/>
            <p:nvPr/>
          </p:nvSpPr>
          <p:spPr>
            <a:xfrm>
              <a:off x="3149600" y="415448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3"/>
            <p:cNvSpPr/>
            <p:nvPr/>
          </p:nvSpPr>
          <p:spPr>
            <a:xfrm>
              <a:off x="1555750" y="493553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3"/>
            <p:cNvSpPr/>
            <p:nvPr/>
          </p:nvSpPr>
          <p:spPr>
            <a:xfrm>
              <a:off x="3951288" y="49355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3"/>
            <p:cNvSpPr/>
            <p:nvPr/>
          </p:nvSpPr>
          <p:spPr>
            <a:xfrm>
              <a:off x="1554163" y="57435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3"/>
            <p:cNvSpPr/>
            <p:nvPr/>
          </p:nvSpPr>
          <p:spPr>
            <a:xfrm>
              <a:off x="3949700" y="57435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3"/>
            <p:cNvSpPr/>
            <p:nvPr/>
          </p:nvSpPr>
          <p:spPr>
            <a:xfrm>
              <a:off x="2352675" y="57435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3"/>
            <p:cNvSpPr/>
            <p:nvPr/>
          </p:nvSpPr>
          <p:spPr>
            <a:xfrm>
              <a:off x="3151188" y="57435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3"/>
            <p:cNvSpPr/>
            <p:nvPr/>
          </p:nvSpPr>
          <p:spPr>
            <a:xfrm>
              <a:off x="1560513" y="33575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3"/>
            <p:cNvSpPr/>
            <p:nvPr/>
          </p:nvSpPr>
          <p:spPr>
            <a:xfrm>
              <a:off x="3956050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13"/>
            <p:cNvSpPr/>
            <p:nvPr/>
          </p:nvSpPr>
          <p:spPr>
            <a:xfrm>
              <a:off x="2359025" y="33575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3"/>
            <p:cNvSpPr/>
            <p:nvPr/>
          </p:nvSpPr>
          <p:spPr>
            <a:xfrm>
              <a:off x="3157538" y="33575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13"/>
            <p:cNvSpPr/>
            <p:nvPr/>
          </p:nvSpPr>
          <p:spPr>
            <a:xfrm>
              <a:off x="4760913" y="41560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13"/>
            <p:cNvSpPr/>
            <p:nvPr/>
          </p:nvSpPr>
          <p:spPr>
            <a:xfrm>
              <a:off x="7156450" y="41560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13"/>
            <p:cNvSpPr/>
            <p:nvPr/>
          </p:nvSpPr>
          <p:spPr>
            <a:xfrm>
              <a:off x="5559425" y="415607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13"/>
            <p:cNvSpPr/>
            <p:nvPr/>
          </p:nvSpPr>
          <p:spPr>
            <a:xfrm>
              <a:off x="6357938" y="415607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13"/>
            <p:cNvSpPr/>
            <p:nvPr/>
          </p:nvSpPr>
          <p:spPr>
            <a:xfrm>
              <a:off x="4764088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3"/>
            <p:cNvSpPr/>
            <p:nvPr/>
          </p:nvSpPr>
          <p:spPr>
            <a:xfrm>
              <a:off x="7159625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3"/>
            <p:cNvSpPr/>
            <p:nvPr/>
          </p:nvSpPr>
          <p:spPr>
            <a:xfrm>
              <a:off x="5562600" y="49371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3"/>
            <p:cNvSpPr/>
            <p:nvPr/>
          </p:nvSpPr>
          <p:spPr>
            <a:xfrm>
              <a:off x="6361113" y="49371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3"/>
            <p:cNvSpPr/>
            <p:nvPr/>
          </p:nvSpPr>
          <p:spPr>
            <a:xfrm>
              <a:off x="4762500" y="57451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3"/>
            <p:cNvSpPr/>
            <p:nvPr/>
          </p:nvSpPr>
          <p:spPr>
            <a:xfrm>
              <a:off x="7158038" y="57451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3"/>
            <p:cNvSpPr/>
            <p:nvPr/>
          </p:nvSpPr>
          <p:spPr>
            <a:xfrm>
              <a:off x="5561013" y="57451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3"/>
            <p:cNvSpPr/>
            <p:nvPr/>
          </p:nvSpPr>
          <p:spPr>
            <a:xfrm>
              <a:off x="6359525" y="57451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3"/>
            <p:cNvSpPr/>
            <p:nvPr/>
          </p:nvSpPr>
          <p:spPr>
            <a:xfrm>
              <a:off x="7164388" y="33591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3"/>
            <p:cNvSpPr/>
            <p:nvPr/>
          </p:nvSpPr>
          <p:spPr>
            <a:xfrm>
              <a:off x="6365875" y="33591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1" name="Google Shape;571;p13"/>
            <p:cNvCxnSpPr/>
            <p:nvPr/>
          </p:nvCxnSpPr>
          <p:spPr>
            <a:xfrm>
              <a:off x="4578351" y="-704850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2" name="Google Shape;572;p13"/>
            <p:cNvCxnSpPr/>
            <p:nvPr/>
          </p:nvCxnSpPr>
          <p:spPr>
            <a:xfrm>
              <a:off x="4578351" y="-1501775"/>
              <a:ext cx="0" cy="67913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73" name="Google Shape;573;p13"/>
            <p:cNvSpPr/>
            <p:nvPr/>
          </p:nvSpPr>
          <p:spPr>
            <a:xfrm>
              <a:off x="1550988" y="25701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3"/>
            <p:cNvSpPr/>
            <p:nvPr/>
          </p:nvSpPr>
          <p:spPr>
            <a:xfrm>
              <a:off x="3946525" y="25701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3"/>
            <p:cNvSpPr/>
            <p:nvPr/>
          </p:nvSpPr>
          <p:spPr>
            <a:xfrm>
              <a:off x="2349500" y="2570163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3"/>
            <p:cNvSpPr/>
            <p:nvPr/>
          </p:nvSpPr>
          <p:spPr>
            <a:xfrm>
              <a:off x="3148013" y="2570163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13"/>
            <p:cNvSpPr/>
            <p:nvPr/>
          </p:nvSpPr>
          <p:spPr>
            <a:xfrm>
              <a:off x="1558925" y="177323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3954463" y="17732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2357438" y="17732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3"/>
            <p:cNvSpPr/>
            <p:nvPr/>
          </p:nvSpPr>
          <p:spPr>
            <a:xfrm>
              <a:off x="3155950" y="177323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3"/>
            <p:cNvSpPr/>
            <p:nvPr/>
          </p:nvSpPr>
          <p:spPr>
            <a:xfrm>
              <a:off x="4759325" y="25717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7154863" y="25717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5557838" y="25717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4767263" y="17748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948113" y="415448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2354263" y="4935538"/>
              <a:ext cx="258762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152775" y="4935538"/>
              <a:ext cx="258763" cy="258762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4768850" y="33591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5567363" y="3359150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6356350" y="2571750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7162800" y="17748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5565775" y="1774825"/>
              <a:ext cx="258763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6364288" y="1774825"/>
              <a:ext cx="258762" cy="258763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13"/>
            <p:cNvSpPr txBox="1"/>
            <p:nvPr/>
          </p:nvSpPr>
          <p:spPr>
            <a:xfrm>
              <a:off x="911225" y="1697038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3"/>
            <p:cNvSpPr txBox="1"/>
            <p:nvPr/>
          </p:nvSpPr>
          <p:spPr>
            <a:xfrm>
              <a:off x="911225" y="566420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3"/>
            <p:cNvSpPr txBox="1"/>
            <p:nvPr/>
          </p:nvSpPr>
          <p:spPr>
            <a:xfrm>
              <a:off x="911225" y="486727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3"/>
            <p:cNvSpPr txBox="1"/>
            <p:nvPr/>
          </p:nvSpPr>
          <p:spPr>
            <a:xfrm>
              <a:off x="911225" y="40703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3"/>
            <p:cNvSpPr txBox="1"/>
            <p:nvPr/>
          </p:nvSpPr>
          <p:spPr>
            <a:xfrm>
              <a:off x="911225" y="3287713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3"/>
            <p:cNvSpPr txBox="1"/>
            <p:nvPr/>
          </p:nvSpPr>
          <p:spPr>
            <a:xfrm>
              <a:off x="911225" y="2486025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3"/>
            <p:cNvSpPr txBox="1"/>
            <p:nvPr/>
          </p:nvSpPr>
          <p:spPr>
            <a:xfrm>
              <a:off x="23288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3"/>
            <p:cNvSpPr txBox="1"/>
            <p:nvPr/>
          </p:nvSpPr>
          <p:spPr>
            <a:xfrm>
              <a:off x="31226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3"/>
            <p:cNvSpPr txBox="1"/>
            <p:nvPr/>
          </p:nvSpPr>
          <p:spPr>
            <a:xfrm>
              <a:off x="39052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3"/>
            <p:cNvSpPr txBox="1"/>
            <p:nvPr/>
          </p:nvSpPr>
          <p:spPr>
            <a:xfrm>
              <a:off x="4738688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3"/>
            <p:cNvSpPr txBox="1"/>
            <p:nvPr/>
          </p:nvSpPr>
          <p:spPr>
            <a:xfrm>
              <a:off x="5534025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13"/>
            <p:cNvSpPr txBox="1"/>
            <p:nvPr/>
          </p:nvSpPr>
          <p:spPr>
            <a:xfrm>
              <a:off x="6330950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13"/>
            <p:cNvSpPr txBox="1"/>
            <p:nvPr/>
          </p:nvSpPr>
          <p:spPr>
            <a:xfrm>
              <a:off x="153511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3"/>
            <p:cNvSpPr txBox="1"/>
            <p:nvPr/>
          </p:nvSpPr>
          <p:spPr>
            <a:xfrm>
              <a:off x="7116763" y="6343650"/>
              <a:ext cx="311100" cy="6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8" name="Google Shape;608;p13"/>
            <p:cNvCxnSpPr/>
            <p:nvPr/>
          </p:nvCxnSpPr>
          <p:spPr>
            <a:xfrm flipH="1" rot="10800000">
              <a:off x="1687513" y="2063750"/>
              <a:ext cx="5918200" cy="37988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09" name="Google Shape;609;p13"/>
            <p:cNvGrpSpPr/>
            <p:nvPr/>
          </p:nvGrpSpPr>
          <p:grpSpPr>
            <a:xfrm>
              <a:off x="2357438" y="5413375"/>
              <a:ext cx="250825" cy="109538"/>
              <a:chOff x="2357438" y="5414046"/>
              <a:chExt cx="250825" cy="109538"/>
            </a:xfrm>
          </p:grpSpPr>
          <p:cxnSp>
            <p:nvCxnSpPr>
              <p:cNvPr id="610" name="Google Shape;610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1" name="Google Shape;611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>
              <a:off x="3143250" y="4591050"/>
              <a:ext cx="250825" cy="109538"/>
              <a:chOff x="2357438" y="5414046"/>
              <a:chExt cx="250825" cy="109538"/>
            </a:xfrm>
          </p:grpSpPr>
          <p:cxnSp>
            <p:nvCxnSpPr>
              <p:cNvPr id="613" name="Google Shape;613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4" name="Google Shape;614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5" name="Google Shape;615;p13"/>
            <p:cNvGrpSpPr/>
            <p:nvPr/>
          </p:nvGrpSpPr>
          <p:grpSpPr>
            <a:xfrm>
              <a:off x="3951288" y="4583113"/>
              <a:ext cx="250825" cy="109537"/>
              <a:chOff x="2357438" y="5414046"/>
              <a:chExt cx="250825" cy="109538"/>
            </a:xfrm>
          </p:grpSpPr>
          <p:cxnSp>
            <p:nvCxnSpPr>
              <p:cNvPr id="616" name="Google Shape;616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17" name="Google Shape;617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8" name="Google Shape;618;p13"/>
            <p:cNvGrpSpPr/>
            <p:nvPr/>
          </p:nvGrpSpPr>
          <p:grpSpPr>
            <a:xfrm>
              <a:off x="4775200" y="3833813"/>
              <a:ext cx="250825" cy="111125"/>
              <a:chOff x="2357438" y="5414046"/>
              <a:chExt cx="250825" cy="109538"/>
            </a:xfrm>
          </p:grpSpPr>
          <p:cxnSp>
            <p:nvCxnSpPr>
              <p:cNvPr id="619" name="Google Shape;619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0" name="Google Shape;620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1" name="Google Shape;621;p13"/>
            <p:cNvGrpSpPr/>
            <p:nvPr/>
          </p:nvGrpSpPr>
          <p:grpSpPr>
            <a:xfrm>
              <a:off x="5568950" y="3036888"/>
              <a:ext cx="250825" cy="109537"/>
              <a:chOff x="2357438" y="5414046"/>
              <a:chExt cx="250825" cy="109538"/>
            </a:xfrm>
          </p:grpSpPr>
          <p:cxnSp>
            <p:nvCxnSpPr>
              <p:cNvPr id="622" name="Google Shape;622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3" name="Google Shape;623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4" name="Google Shape;624;p13"/>
            <p:cNvGrpSpPr/>
            <p:nvPr/>
          </p:nvGrpSpPr>
          <p:grpSpPr>
            <a:xfrm>
              <a:off x="6361113" y="3036888"/>
              <a:ext cx="250825" cy="109537"/>
              <a:chOff x="2357438" y="5414046"/>
              <a:chExt cx="250825" cy="109538"/>
            </a:xfrm>
          </p:grpSpPr>
          <p:cxnSp>
            <p:nvCxnSpPr>
              <p:cNvPr id="625" name="Google Shape;625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6" name="Google Shape;626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7" name="Google Shape;627;p13"/>
            <p:cNvGrpSpPr/>
            <p:nvPr/>
          </p:nvGrpSpPr>
          <p:grpSpPr>
            <a:xfrm>
              <a:off x="7153275" y="2262188"/>
              <a:ext cx="250825" cy="111125"/>
              <a:chOff x="2357438" y="5414046"/>
              <a:chExt cx="250825" cy="109538"/>
            </a:xfrm>
          </p:grpSpPr>
          <p:cxnSp>
            <p:nvCxnSpPr>
              <p:cNvPr id="628" name="Google Shape;628;p13"/>
              <p:cNvCxnSpPr/>
              <p:nvPr/>
            </p:nvCxnSpPr>
            <p:spPr>
              <a:xfrm flipH="1" rot="10800000">
                <a:off x="2357438" y="5460023"/>
                <a:ext cx="250825" cy="879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9" name="Google Shape;629;p13"/>
              <p:cNvSpPr/>
              <p:nvPr/>
            </p:nvSpPr>
            <p:spPr>
              <a:xfrm>
                <a:off x="2428082" y="5414046"/>
                <a:ext cx="109538" cy="109538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0" name="Google Shape;630;p13"/>
            <p:cNvSpPr txBox="1"/>
            <p:nvPr/>
          </p:nvSpPr>
          <p:spPr>
            <a:xfrm>
              <a:off x="4139372" y="4476217"/>
              <a:ext cx="13542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Midpoint</a:t>
              </a:r>
              <a:endParaRPr/>
            </a:p>
          </p:txBody>
        </p:sp>
      </p:grpSp>
      <p:sp>
        <p:nvSpPr>
          <p:cNvPr id="631" name="Google Shape;631;p13"/>
          <p:cNvSpPr txBox="1"/>
          <p:nvPr/>
        </p:nvSpPr>
        <p:spPr>
          <a:xfrm>
            <a:off x="804375" y="3895075"/>
            <a:ext cx="619500" cy="16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284" l="-9803" r="-78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2" name="Google Shape;632;p13"/>
          <p:cNvSpPr txBox="1"/>
          <p:nvPr/>
        </p:nvSpPr>
        <p:spPr>
          <a:xfrm>
            <a:off x="1493515" y="3574225"/>
            <a:ext cx="16080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4" l="-1893" r="-265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3" name="Google Shape;633;p13"/>
          <p:cNvSpPr txBox="1"/>
          <p:nvPr/>
        </p:nvSpPr>
        <p:spPr>
          <a:xfrm>
            <a:off x="5756286" y="1629712"/>
            <a:ext cx="3171600" cy="9234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4452" l="0" r="-32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4" name="Google Shape;634;p13"/>
          <p:cNvSpPr txBox="1"/>
          <p:nvPr/>
        </p:nvSpPr>
        <p:spPr>
          <a:xfrm>
            <a:off x="6017489" y="2883577"/>
            <a:ext cx="30072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7581" l="-809" r="-1419" t="-10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5" name="Google Shape;635;p13"/>
          <p:cNvSpPr txBox="1"/>
          <p:nvPr/>
        </p:nvSpPr>
        <p:spPr>
          <a:xfrm>
            <a:off x="6042295" y="3516940"/>
            <a:ext cx="22179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26085" l="-1647" r="-192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6" name="Google Shape;636;p13"/>
          <p:cNvSpPr txBox="1"/>
          <p:nvPr/>
        </p:nvSpPr>
        <p:spPr>
          <a:xfrm>
            <a:off x="5874348" y="3942554"/>
            <a:ext cx="33213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89" l="-1102" r="-110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37" name="Google Shape;637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5"/>
          <p:cNvSpPr txBox="1"/>
          <p:nvPr/>
        </p:nvSpPr>
        <p:spPr>
          <a:xfrm>
            <a:off x="3674924" y="1225430"/>
            <a:ext cx="17424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22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43" name="Google Shape;643;p15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09" l="-4346" r="-37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44" name="Google Shape;644;p15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224" l="0" r="-4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45" name="Google Shape;645;p15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3224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46" name="Google Shape;646;p15"/>
          <p:cNvCxnSpPr>
            <a:stCxn id="642" idx="2"/>
            <a:endCxn id="643" idx="0"/>
          </p:cNvCxnSpPr>
          <p:nvPr/>
        </p:nvCxnSpPr>
        <p:spPr>
          <a:xfrm>
            <a:off x="4546124" y="1640930"/>
            <a:ext cx="261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7" name="Google Shape;647;p15"/>
          <p:cNvCxnSpPr>
            <a:stCxn id="643" idx="2"/>
            <a:endCxn id="644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8" name="Google Shape;648;p15"/>
          <p:cNvCxnSpPr>
            <a:stCxn id="643" idx="2"/>
            <a:endCxn id="645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9" name="Google Shape;649;p15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47" l="-535" r="-14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50" name="Google Shape;650;p15"/>
          <p:cNvCxnSpPr>
            <a:stCxn id="644" idx="2"/>
            <a:endCxn id="649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1" name="Google Shape;651;p15"/>
          <p:cNvCxnSpPr>
            <a:stCxn id="645" idx="2"/>
            <a:endCxn id="649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52" name="Google Shape;652;p15"/>
          <p:cNvCxnSpPr>
            <a:stCxn id="649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15"/>
          <p:cNvCxnSpPr>
            <a:stCxn id="649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15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15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6" name="Google Shape;656;p15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5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5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5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5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4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67" name="Google Shape;667;p14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68" name="Google Shape;668;p14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669" name="Google Shape;669;p14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670" name="Google Shape;670;p14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4" l="-9900" r="-8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1" name="Google Shape;671;p14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4" l="-8999" r="-8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2" name="Google Shape;672;p14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88" l="-346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3" name="Google Shape;673;p14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29" r="0" t="-45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74" name="Google Shape;674;p14"/>
          <p:cNvSpPr txBox="1"/>
          <p:nvPr/>
        </p:nvSpPr>
        <p:spPr>
          <a:xfrm>
            <a:off x="7235083" y="2691327"/>
            <a:ext cx="0" cy="2076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49999" l="-6303" r="-16215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6"/>
          <p:cNvSpPr txBox="1"/>
          <p:nvPr/>
        </p:nvSpPr>
        <p:spPr>
          <a:xfrm>
            <a:off x="3674924" y="1225430"/>
            <a:ext cx="1813800" cy="415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27" l="0" r="-23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81" name="Google Shape;681;p16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09" l="-4346" r="-37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82" name="Google Shape;682;p16"/>
          <p:cNvSpPr txBox="1"/>
          <p:nvPr/>
        </p:nvSpPr>
        <p:spPr>
          <a:xfrm>
            <a:off x="1353065" y="3282830"/>
            <a:ext cx="2643300" cy="415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27" l="0" r="-4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83" name="Google Shape;683;p16"/>
          <p:cNvSpPr txBox="1"/>
          <p:nvPr/>
        </p:nvSpPr>
        <p:spPr>
          <a:xfrm>
            <a:off x="5523122" y="3282830"/>
            <a:ext cx="26433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84" name="Google Shape;684;p16"/>
          <p:cNvCxnSpPr>
            <a:stCxn id="680" idx="2"/>
            <a:endCxn id="681" idx="0"/>
          </p:cNvCxnSpPr>
          <p:nvPr/>
        </p:nvCxnSpPr>
        <p:spPr>
          <a:xfrm flipH="1">
            <a:off x="4572224" y="1640930"/>
            <a:ext cx="9600" cy="7542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5" name="Google Shape;685;p16"/>
          <p:cNvCxnSpPr>
            <a:stCxn id="681" idx="2"/>
            <a:endCxn id="682" idx="0"/>
          </p:cNvCxnSpPr>
          <p:nvPr/>
        </p:nvCxnSpPr>
        <p:spPr>
          <a:xfrm flipH="1">
            <a:off x="2674604" y="2603137"/>
            <a:ext cx="18975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6" name="Google Shape;686;p16"/>
          <p:cNvCxnSpPr>
            <a:stCxn id="681" idx="2"/>
            <a:endCxn id="683" idx="0"/>
          </p:cNvCxnSpPr>
          <p:nvPr/>
        </p:nvCxnSpPr>
        <p:spPr>
          <a:xfrm>
            <a:off x="4572104" y="2603137"/>
            <a:ext cx="22728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7" name="Google Shape;687;p16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47" l="-535" r="-14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688" name="Google Shape;688;p16"/>
          <p:cNvCxnSpPr>
            <a:stCxn id="682" idx="2"/>
            <a:endCxn id="687" idx="0"/>
          </p:cNvCxnSpPr>
          <p:nvPr/>
        </p:nvCxnSpPr>
        <p:spPr>
          <a:xfrm>
            <a:off x="2674715" y="3698330"/>
            <a:ext cx="20142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9" name="Google Shape;689;p16"/>
          <p:cNvCxnSpPr>
            <a:stCxn id="683" idx="2"/>
            <a:endCxn id="687" idx="0"/>
          </p:cNvCxnSpPr>
          <p:nvPr/>
        </p:nvCxnSpPr>
        <p:spPr>
          <a:xfrm flipH="1">
            <a:off x="4688972" y="3698330"/>
            <a:ext cx="21558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0" name="Google Shape;690;p16"/>
          <p:cNvCxnSpPr>
            <a:stCxn id="687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16"/>
          <p:cNvCxnSpPr>
            <a:stCxn id="687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16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16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4" name="Google Shape;694;p16"/>
          <p:cNvSpPr txBox="1"/>
          <p:nvPr/>
        </p:nvSpPr>
        <p:spPr>
          <a:xfrm>
            <a:off x="6519037" y="429120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6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6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 txBox="1"/>
          <p:nvPr/>
        </p:nvSpPr>
        <p:spPr>
          <a:xfrm>
            <a:off x="333523" y="1395971"/>
            <a:ext cx="9321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89" l="-7840" r="-457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698" name="Google Shape;698;p16"/>
          <p:cNvSpPr txBox="1"/>
          <p:nvPr/>
        </p:nvSpPr>
        <p:spPr>
          <a:xfrm>
            <a:off x="2920105" y="2735824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 txBox="1"/>
          <p:nvPr/>
        </p:nvSpPr>
        <p:spPr>
          <a:xfrm>
            <a:off x="5930868" y="272223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7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06" name="Google Shape;706;p17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7" name="Google Shape;707;p17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08" name="Google Shape;708;p17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09" name="Google Shape;709;p17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4" l="-9900" r="-8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0" name="Google Shape;710;p17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4" l="-8999" r="-8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1" name="Google Shape;711;p17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88" l="-346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2" name="Google Shape;712;p17"/>
          <p:cNvSpPr txBox="1"/>
          <p:nvPr/>
        </p:nvSpPr>
        <p:spPr>
          <a:xfrm>
            <a:off x="3374350" y="4520345"/>
            <a:ext cx="1694100" cy="4155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6482" l="-2526" r="-288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3" name="Google Shape;713;p17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-33329" r="0" t="-45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14" name="Google Shape;714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8"/>
          <p:cNvSpPr txBox="1"/>
          <p:nvPr/>
        </p:nvSpPr>
        <p:spPr>
          <a:xfrm>
            <a:off x="2891462" y="1537736"/>
            <a:ext cx="5043900" cy="2866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13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20" name="Google Shape;720;p18"/>
          <p:cNvCxnSpPr/>
          <p:nvPr/>
        </p:nvCxnSpPr>
        <p:spPr>
          <a:xfrm flipH="1" rot="10800000">
            <a:off x="385482" y="1701018"/>
            <a:ext cx="1721100" cy="11901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21" name="Google Shape;721;p18"/>
          <p:cNvCxnSpPr/>
          <p:nvPr/>
        </p:nvCxnSpPr>
        <p:spPr>
          <a:xfrm>
            <a:off x="385482" y="2891118"/>
            <a:ext cx="1721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722" name="Google Shape;722;p18"/>
          <p:cNvCxnSpPr/>
          <p:nvPr/>
        </p:nvCxnSpPr>
        <p:spPr>
          <a:xfrm>
            <a:off x="2106706" y="1701053"/>
            <a:ext cx="0" cy="119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723" name="Google Shape;723;p18"/>
          <p:cNvSpPr txBox="1"/>
          <p:nvPr/>
        </p:nvSpPr>
        <p:spPr>
          <a:xfrm>
            <a:off x="22645" y="2897067"/>
            <a:ext cx="619500" cy="161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34284" l="-9900" r="-890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4" name="Google Shape;724;p18"/>
          <p:cNvSpPr txBox="1"/>
          <p:nvPr/>
        </p:nvSpPr>
        <p:spPr>
          <a:xfrm>
            <a:off x="2106706" y="1540464"/>
            <a:ext cx="611100" cy="1617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4284" l="-8999" r="-89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5" name="Google Shape;725;p18"/>
          <p:cNvSpPr txBox="1"/>
          <p:nvPr/>
        </p:nvSpPr>
        <p:spPr>
          <a:xfrm>
            <a:off x="905594" y="2891118"/>
            <a:ext cx="1054500" cy="1617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3888" l="-346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6" name="Google Shape;726;p18"/>
          <p:cNvSpPr txBox="1"/>
          <p:nvPr/>
        </p:nvSpPr>
        <p:spPr>
          <a:xfrm rot="10800000">
            <a:off x="2106575" y="1939200"/>
            <a:ext cx="179700" cy="714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-33329" r="0" t="-45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27" name="Google Shape;727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9"/>
          <p:cNvSpPr txBox="1"/>
          <p:nvPr/>
        </p:nvSpPr>
        <p:spPr>
          <a:xfrm>
            <a:off x="3674932" y="328001"/>
            <a:ext cx="1824300" cy="51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61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3" name="Google Shape;733;p19"/>
          <p:cNvSpPr txBox="1"/>
          <p:nvPr/>
        </p:nvSpPr>
        <p:spPr>
          <a:xfrm>
            <a:off x="4087611" y="1774147"/>
            <a:ext cx="969000" cy="257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09" l="-4346" r="-372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4" name="Google Shape;734;p19"/>
          <p:cNvSpPr txBox="1"/>
          <p:nvPr/>
        </p:nvSpPr>
        <p:spPr>
          <a:xfrm>
            <a:off x="1353075" y="2871415"/>
            <a:ext cx="2643300" cy="5136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127" l="0" r="-45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35" name="Google Shape;735;p19"/>
          <p:cNvSpPr txBox="1"/>
          <p:nvPr/>
        </p:nvSpPr>
        <p:spPr>
          <a:xfrm>
            <a:off x="5523128" y="2871415"/>
            <a:ext cx="2643300" cy="5136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27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36" name="Google Shape;736;p19"/>
          <p:cNvCxnSpPr>
            <a:stCxn id="732" idx="2"/>
            <a:endCxn id="733" idx="0"/>
          </p:cNvCxnSpPr>
          <p:nvPr/>
        </p:nvCxnSpPr>
        <p:spPr>
          <a:xfrm flipH="1">
            <a:off x="4572082" y="841601"/>
            <a:ext cx="15000" cy="932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7" name="Google Shape;737;p19"/>
          <p:cNvCxnSpPr>
            <a:stCxn id="733" idx="2"/>
            <a:endCxn id="734" idx="0"/>
          </p:cNvCxnSpPr>
          <p:nvPr/>
        </p:nvCxnSpPr>
        <p:spPr>
          <a:xfrm flipH="1">
            <a:off x="2674611" y="2031247"/>
            <a:ext cx="18975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p19"/>
          <p:cNvCxnSpPr>
            <a:stCxn id="733" idx="2"/>
            <a:endCxn id="735" idx="0"/>
          </p:cNvCxnSpPr>
          <p:nvPr/>
        </p:nvCxnSpPr>
        <p:spPr>
          <a:xfrm>
            <a:off x="4572111" y="2031247"/>
            <a:ext cx="2272800" cy="840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9" name="Google Shape;739;p19"/>
          <p:cNvSpPr txBox="1"/>
          <p:nvPr/>
        </p:nvSpPr>
        <p:spPr>
          <a:xfrm>
            <a:off x="2986354" y="4019486"/>
            <a:ext cx="3405000" cy="2568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47" l="-535" r="-1427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40" name="Google Shape;740;p19"/>
          <p:cNvCxnSpPr>
            <a:stCxn id="734" idx="2"/>
            <a:endCxn id="739" idx="0"/>
          </p:cNvCxnSpPr>
          <p:nvPr/>
        </p:nvCxnSpPr>
        <p:spPr>
          <a:xfrm>
            <a:off x="2674725" y="3385015"/>
            <a:ext cx="20142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1" name="Google Shape;741;p19"/>
          <p:cNvCxnSpPr>
            <a:stCxn id="735" idx="2"/>
            <a:endCxn id="739" idx="0"/>
          </p:cNvCxnSpPr>
          <p:nvPr/>
        </p:nvCxnSpPr>
        <p:spPr>
          <a:xfrm flipH="1">
            <a:off x="4688978" y="3385015"/>
            <a:ext cx="2155800" cy="6345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2" name="Google Shape;742;p19"/>
          <p:cNvCxnSpPr>
            <a:stCxn id="739" idx="2"/>
          </p:cNvCxnSpPr>
          <p:nvPr/>
        </p:nvCxnSpPr>
        <p:spPr>
          <a:xfrm>
            <a:off x="4688854" y="4276286"/>
            <a:ext cx="0" cy="3657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19"/>
          <p:cNvCxnSpPr/>
          <p:nvPr/>
        </p:nvCxnSpPr>
        <p:spPr>
          <a:xfrm rot="10800000">
            <a:off x="8632900" y="1303000"/>
            <a:ext cx="88500" cy="28464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19"/>
          <p:cNvCxnSpPr/>
          <p:nvPr/>
        </p:nvCxnSpPr>
        <p:spPr>
          <a:xfrm rot="10800000">
            <a:off x="4546114" y="1307929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5" name="Google Shape;745;p19"/>
          <p:cNvSpPr txBox="1"/>
          <p:nvPr/>
        </p:nvSpPr>
        <p:spPr>
          <a:xfrm>
            <a:off x="6519041" y="4117998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9"/>
          <p:cNvSpPr txBox="1"/>
          <p:nvPr/>
        </p:nvSpPr>
        <p:spPr>
          <a:xfrm>
            <a:off x="4824719" y="427431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9"/>
          <p:cNvSpPr txBox="1"/>
          <p:nvPr/>
        </p:nvSpPr>
        <p:spPr>
          <a:xfrm>
            <a:off x="4468296" y="4585455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9"/>
          <p:cNvSpPr txBox="1"/>
          <p:nvPr/>
        </p:nvSpPr>
        <p:spPr>
          <a:xfrm>
            <a:off x="333523" y="1395971"/>
            <a:ext cx="1060500" cy="6234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2189" l="-6894" r="-40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49" name="Google Shape;749;p19"/>
          <p:cNvSpPr txBox="1"/>
          <p:nvPr/>
        </p:nvSpPr>
        <p:spPr>
          <a:xfrm>
            <a:off x="2920113" y="2195190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9"/>
          <p:cNvSpPr txBox="1"/>
          <p:nvPr/>
        </p:nvSpPr>
        <p:spPr>
          <a:xfrm>
            <a:off x="5930873" y="2178395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19"/>
          <p:cNvCxnSpPr/>
          <p:nvPr/>
        </p:nvCxnSpPr>
        <p:spPr>
          <a:xfrm rot="10800000">
            <a:off x="6430375" y="4131350"/>
            <a:ext cx="2300100" cy="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2" name="Google Shape;75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0"/>
          <p:cNvSpPr txBox="1"/>
          <p:nvPr/>
        </p:nvSpPr>
        <p:spPr>
          <a:xfrm>
            <a:off x="573219" y="163275"/>
            <a:ext cx="67725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 MidpointLine(int x0, int y0, int x1, int y1, int value){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int dx, dy, incrE, incrNE, d, x, 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dx = x1 -x0;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dy = y1 -y0;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 = 2 * dy - dx;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incrE = 2 * dy; 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incrNE = 2 * (dy - dx);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x = x0;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y = y0;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WritePixel (x, y, value);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while (x &lt; x1)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if (d &lt;= 0) {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 {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//choose 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d = d + incrNE;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x = x + 1; 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y = y + 1;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WritePixel (x,y, value) //The selected pixel closest to the line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2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2f2e3612a1_10_0"/>
          <p:cNvSpPr txBox="1"/>
          <p:nvPr/>
        </p:nvSpPr>
        <p:spPr>
          <a:xfrm>
            <a:off x="366375" y="1552325"/>
            <a:ext cx="8631000" cy="9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</a:rPr>
              <a:t>Find out the first 7 pixels of the line segment starting from (0, 2) to (70, 52) using midpoint line algorithm</a:t>
            </a:r>
            <a:endParaRPr b="1" sz="1800"/>
          </a:p>
        </p:txBody>
      </p:sp>
      <p:sp>
        <p:nvSpPr>
          <p:cNvPr id="764" name="Google Shape;764;g32f2e3612a1_10_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2f2e3612a1_10_46"/>
          <p:cNvSpPr txBox="1"/>
          <p:nvPr/>
        </p:nvSpPr>
        <p:spPr>
          <a:xfrm>
            <a:off x="3558228" y="1043129"/>
            <a:ext cx="2027700" cy="831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08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0" name="Google Shape;770;g32f2e3612a1_10_46"/>
          <p:cNvSpPr txBox="1"/>
          <p:nvPr/>
        </p:nvSpPr>
        <p:spPr>
          <a:xfrm>
            <a:off x="4087604" y="2395237"/>
            <a:ext cx="969000" cy="2079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8509" l="-4349" r="-371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1" name="Google Shape;771;g32f2e3612a1_10_46"/>
          <p:cNvSpPr txBox="1"/>
          <p:nvPr/>
        </p:nvSpPr>
        <p:spPr>
          <a:xfrm>
            <a:off x="1353065" y="3282830"/>
            <a:ext cx="2335200" cy="6465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699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72" name="Google Shape;772;g32f2e3612a1_10_46"/>
          <p:cNvSpPr txBox="1"/>
          <p:nvPr/>
        </p:nvSpPr>
        <p:spPr>
          <a:xfrm>
            <a:off x="5523122" y="3282830"/>
            <a:ext cx="2375400" cy="4155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6129" l="-1789" r="-25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73" name="Google Shape;773;g32f2e3612a1_10_46"/>
          <p:cNvCxnSpPr>
            <a:stCxn id="769" idx="2"/>
            <a:endCxn id="770" idx="0"/>
          </p:cNvCxnSpPr>
          <p:nvPr/>
        </p:nvCxnSpPr>
        <p:spPr>
          <a:xfrm>
            <a:off x="4572078" y="1874429"/>
            <a:ext cx="0" cy="520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4" name="Google Shape;774;g32f2e3612a1_10_46"/>
          <p:cNvCxnSpPr>
            <a:stCxn id="770" idx="2"/>
            <a:endCxn id="771" idx="0"/>
          </p:cNvCxnSpPr>
          <p:nvPr/>
        </p:nvCxnSpPr>
        <p:spPr>
          <a:xfrm flipH="1">
            <a:off x="2520704" y="2603137"/>
            <a:ext cx="20514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5" name="Google Shape;775;g32f2e3612a1_10_46"/>
          <p:cNvCxnSpPr>
            <a:stCxn id="770" idx="2"/>
            <a:endCxn id="772" idx="0"/>
          </p:cNvCxnSpPr>
          <p:nvPr/>
        </p:nvCxnSpPr>
        <p:spPr>
          <a:xfrm>
            <a:off x="4572104" y="2603137"/>
            <a:ext cx="2138700" cy="679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6" name="Google Shape;776;g32f2e3612a1_10_46"/>
          <p:cNvSpPr txBox="1"/>
          <p:nvPr/>
        </p:nvSpPr>
        <p:spPr>
          <a:xfrm>
            <a:off x="2986346" y="4211520"/>
            <a:ext cx="3405000" cy="2076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31249" l="-539" r="-141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777" name="Google Shape;777;g32f2e3612a1_10_46"/>
          <p:cNvCxnSpPr>
            <a:stCxn id="771" idx="2"/>
            <a:endCxn id="776" idx="0"/>
          </p:cNvCxnSpPr>
          <p:nvPr/>
        </p:nvCxnSpPr>
        <p:spPr>
          <a:xfrm>
            <a:off x="2520665" y="3929330"/>
            <a:ext cx="2168100" cy="282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8" name="Google Shape;778;g32f2e3612a1_10_46"/>
          <p:cNvCxnSpPr>
            <a:stCxn id="772" idx="2"/>
            <a:endCxn id="776" idx="0"/>
          </p:cNvCxnSpPr>
          <p:nvPr/>
        </p:nvCxnSpPr>
        <p:spPr>
          <a:xfrm flipH="1">
            <a:off x="4688822" y="3698330"/>
            <a:ext cx="2022000" cy="5133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9" name="Google Shape;779;g32f2e3612a1_10_46"/>
          <p:cNvCxnSpPr>
            <a:stCxn id="776" idx="2"/>
          </p:cNvCxnSpPr>
          <p:nvPr/>
        </p:nvCxnSpPr>
        <p:spPr>
          <a:xfrm>
            <a:off x="4688846" y="4419120"/>
            <a:ext cx="0" cy="2958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g32f2e3612a1_10_46"/>
          <p:cNvCxnSpPr>
            <a:stCxn id="776" idx="3"/>
          </p:cNvCxnSpPr>
          <p:nvPr/>
        </p:nvCxnSpPr>
        <p:spPr>
          <a:xfrm>
            <a:off x="6391346" y="4315320"/>
            <a:ext cx="23130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g32f2e3612a1_10_46"/>
          <p:cNvCxnSpPr/>
          <p:nvPr/>
        </p:nvCxnSpPr>
        <p:spPr>
          <a:xfrm rot="10800000">
            <a:off x="8632985" y="2018294"/>
            <a:ext cx="71400" cy="229710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g32f2e3612a1_10_46"/>
          <p:cNvCxnSpPr/>
          <p:nvPr/>
        </p:nvCxnSpPr>
        <p:spPr>
          <a:xfrm rot="10800000">
            <a:off x="4546112" y="2018107"/>
            <a:ext cx="4086900" cy="0"/>
          </a:xfrm>
          <a:prstGeom prst="straightConnector1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83" name="Google Shape;783;g32f2e3612a1_10_46"/>
          <p:cNvSpPr txBox="1"/>
          <p:nvPr/>
        </p:nvSpPr>
        <p:spPr>
          <a:xfrm>
            <a:off x="6519037" y="4291208"/>
            <a:ext cx="46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g32f2e3612a1_10_46"/>
          <p:cNvSpPr txBox="1"/>
          <p:nvPr/>
        </p:nvSpPr>
        <p:spPr>
          <a:xfrm>
            <a:off x="4688863" y="4412278"/>
            <a:ext cx="54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2f2e3612a1_10_46"/>
          <p:cNvSpPr txBox="1"/>
          <p:nvPr/>
        </p:nvSpPr>
        <p:spPr>
          <a:xfrm>
            <a:off x="4468289" y="4669340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g32f2e3612a1_10_46"/>
          <p:cNvSpPr txBox="1"/>
          <p:nvPr/>
        </p:nvSpPr>
        <p:spPr>
          <a:xfrm>
            <a:off x="333522" y="1395971"/>
            <a:ext cx="2210700" cy="83100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-6038" l="-496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787" name="Google Shape;787;g32f2e3612a1_10_46"/>
          <p:cNvSpPr txBox="1"/>
          <p:nvPr/>
        </p:nvSpPr>
        <p:spPr>
          <a:xfrm>
            <a:off x="2920105" y="2728784"/>
            <a:ext cx="56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g32f2e3612a1_10_46"/>
          <p:cNvSpPr txBox="1"/>
          <p:nvPr/>
        </p:nvSpPr>
        <p:spPr>
          <a:xfrm>
            <a:off x="5802029" y="2697903"/>
            <a:ext cx="44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g32f2e3612a1_10_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94" name="Google Shape;794;g32f2e3612a1_10_70"/>
          <p:cNvGraphicFramePr/>
          <p:nvPr/>
        </p:nvGraphicFramePr>
        <p:xfrm>
          <a:off x="782516" y="17731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{E707A948-DA33-4D76-883E-DD5D445AADEC}</a:tableStyleId>
              </a:tblPr>
              <a:tblGrid>
                <a:gridCol w="1288075"/>
                <a:gridCol w="1288075"/>
                <a:gridCol w="786475"/>
                <a:gridCol w="1262150"/>
                <a:gridCol w="2031025"/>
                <a:gridCol w="107265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x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y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NE(+1,+1)/E(+1,0)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 updating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Pixel</a:t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NE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30+2x50-2x70 = -10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(0, 2)</a:t>
                      </a:r>
                      <a:endParaRPr b="1"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1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</a:t>
                      </a:r>
                      <a:endParaRPr b="1"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34300" marB="34300" marR="91450" marL="91450"/>
                </a:tc>
              </a:tr>
            </a:tbl>
          </a:graphicData>
        </a:graphic>
      </p:graphicFrame>
      <p:sp>
        <p:nvSpPr>
          <p:cNvPr id="795" name="Google Shape;795;g32f2e3612a1_10_7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g32f2e3612a1_1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00" y="152400"/>
            <a:ext cx="8402100" cy="45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g32f2e3612a1_10_7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892e5b8de4_0_5"/>
          <p:cNvSpPr txBox="1"/>
          <p:nvPr>
            <p:ph type="title"/>
          </p:nvPr>
        </p:nvSpPr>
        <p:spPr>
          <a:xfrm>
            <a:off x="628650" y="49876"/>
            <a:ext cx="78867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Midpoint Line Drawing Algorithm</a:t>
            </a:r>
            <a:endParaRPr/>
          </a:p>
        </p:txBody>
      </p:sp>
      <p:sp>
        <p:nvSpPr>
          <p:cNvPr id="807" name="Google Shape;807;g3892e5b8de4_0_5"/>
          <p:cNvSpPr txBox="1"/>
          <p:nvPr>
            <p:ph idx="1" type="body"/>
          </p:nvPr>
        </p:nvSpPr>
        <p:spPr>
          <a:xfrm>
            <a:off x="628650" y="511233"/>
            <a:ext cx="7886700" cy="4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Midpoint (x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D = 2*dy – dx; ∆NE = 2*(dy-dx) ; ∆E = 2*dy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x= 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; y = y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while( x ≤ x</a:t>
            </a:r>
            <a:r>
              <a:rPr baseline="-25000" lang="en-US" sz="1400"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Draw(x, y);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x++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if (D&gt;0){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y++;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D = D+ ∆NE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else{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	D = D+ ∆E 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</p:txBody>
      </p:sp>
      <p:sp>
        <p:nvSpPr>
          <p:cNvPr id="808" name="Google Shape;808;g3892e5b8de4_0_5"/>
          <p:cNvSpPr/>
          <p:nvPr/>
        </p:nvSpPr>
        <p:spPr>
          <a:xfrm>
            <a:off x="1022465" y="2409651"/>
            <a:ext cx="1272000" cy="11565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g3892e5b8de4_0_5"/>
          <p:cNvSpPr/>
          <p:nvPr/>
        </p:nvSpPr>
        <p:spPr>
          <a:xfrm>
            <a:off x="1022465" y="3653444"/>
            <a:ext cx="1272000" cy="710700"/>
          </a:xfrm>
          <a:prstGeom prst="rect">
            <a:avLst/>
          </a:prstGeom>
          <a:noFill/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g3892e5b8de4_0_5"/>
          <p:cNvSpPr/>
          <p:nvPr/>
        </p:nvSpPr>
        <p:spPr>
          <a:xfrm>
            <a:off x="798022" y="1627217"/>
            <a:ext cx="1610700" cy="3117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g3892e5b8de4_0_5"/>
          <p:cNvSpPr/>
          <p:nvPr/>
        </p:nvSpPr>
        <p:spPr>
          <a:xfrm>
            <a:off x="628651" y="511233"/>
            <a:ext cx="3430200" cy="4482600"/>
          </a:xfrm>
          <a:prstGeom prst="rect">
            <a:avLst/>
          </a:prstGeom>
          <a:noFill/>
          <a:ln cap="flat" cmpd="sng" w="9525">
            <a:solidFill>
              <a:srgbClr val="00B05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g3892e5b8de4_0_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892e5b8de4_0_14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(-30, 20) to (90, 40)</a:t>
            </a:r>
            <a:endParaRPr/>
          </a:p>
        </p:txBody>
      </p:sp>
      <p:sp>
        <p:nvSpPr>
          <p:cNvPr id="818" name="Google Shape;818;g3892e5b8de4_0_14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dx= 90 + 30 = 120 ; dy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 = 2*20 – 120 = -80; ∆NE = 2*(20-120) = -200 ; ∆E = 2*20 = 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19" name="Google Shape;819;g3892e5b8de4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2901" y="85719"/>
            <a:ext cx="23717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g3892e5b8de4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3083" y="1458884"/>
            <a:ext cx="4725600" cy="25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g3892e5b8de4_0_14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822" name="Google Shape;822;g3892e5b8de4_0_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892e5b8de4_0_22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(20, -30) to (40, 90)</a:t>
            </a:r>
            <a:endParaRPr/>
          </a:p>
        </p:txBody>
      </p:sp>
      <p:sp>
        <p:nvSpPr>
          <p:cNvPr id="828" name="Google Shape;828;g3892e5b8de4_0_22"/>
          <p:cNvSpPr txBox="1"/>
          <p:nvPr>
            <p:ph idx="1" type="body"/>
          </p:nvPr>
        </p:nvSpPr>
        <p:spPr>
          <a:xfrm>
            <a:off x="628650" y="542405"/>
            <a:ext cx="78867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dy= 90 + 30 = 120 ; dx = 40- 20 = 20;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 = 2*120 – 20 = 220; ∆NE = 2*(120-20) = 200 ; ∆E = 2*120 = 240;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id="829" name="Google Shape;829;g3892e5b8de4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19636" y="74338"/>
            <a:ext cx="2450306" cy="48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g3892e5b8de4_0_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936" y="1371600"/>
            <a:ext cx="5137200" cy="27369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g3892e5b8de4_0_22"/>
          <p:cNvSpPr/>
          <p:nvPr/>
        </p:nvSpPr>
        <p:spPr>
          <a:xfrm>
            <a:off x="1795549" y="4357947"/>
            <a:ext cx="2674500" cy="67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alibri"/>
                <a:ea typeface="Calibri"/>
                <a:cs typeface="Calibri"/>
                <a:sym typeface="Calibri"/>
              </a:rPr>
              <a:t> </a:t>
            </a:r>
            <a:endParaRPr sz="1100"/>
          </a:p>
        </p:txBody>
      </p:sp>
      <p:sp>
        <p:nvSpPr>
          <p:cNvPr id="832" name="Google Shape;832;g3892e5b8de4_0_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892e5b8de4_0_30"/>
          <p:cNvSpPr txBox="1"/>
          <p:nvPr>
            <p:ph type="title"/>
          </p:nvPr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(30, -20) to (-90, 40)</a:t>
            </a:r>
            <a:endParaRPr/>
          </a:p>
        </p:txBody>
      </p:sp>
      <p:sp>
        <p:nvSpPr>
          <p:cNvPr id="838" name="Google Shape;838;g3892e5b8de4_0_30"/>
          <p:cNvSpPr txBox="1"/>
          <p:nvPr>
            <p:ph idx="1" type="body"/>
          </p:nvPr>
        </p:nvSpPr>
        <p:spPr>
          <a:xfrm>
            <a:off x="628649" y="542405"/>
            <a:ext cx="4109700" cy="4090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4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839" name="Google Shape;839;g3892e5b8de4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631" y="276263"/>
            <a:ext cx="3768544" cy="4704694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g3892e5b8de4_0_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3892e5b8de4_0_36"/>
          <p:cNvSpPr/>
          <p:nvPr/>
        </p:nvSpPr>
        <p:spPr>
          <a:xfrm>
            <a:off x="2824249" y="1496291"/>
            <a:ext cx="2612400" cy="147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 Line Drawing Algorithm</a:t>
            </a:r>
            <a:endParaRPr sz="1100"/>
          </a:p>
        </p:txBody>
      </p:sp>
      <p:cxnSp>
        <p:nvCxnSpPr>
          <p:cNvPr id="846" name="Google Shape;846;g3892e5b8de4_0_36"/>
          <p:cNvCxnSpPr/>
          <p:nvPr/>
        </p:nvCxnSpPr>
        <p:spPr>
          <a:xfrm>
            <a:off x="1415242" y="1895301"/>
            <a:ext cx="1434000" cy="361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7" name="Google Shape;847;g3892e5b8de4_0_36"/>
          <p:cNvCxnSpPr/>
          <p:nvPr/>
        </p:nvCxnSpPr>
        <p:spPr>
          <a:xfrm flipH="1" rot="10800000">
            <a:off x="1377835" y="2336297"/>
            <a:ext cx="1471200" cy="388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8" name="Google Shape;848;g3892e5b8de4_0_36"/>
          <p:cNvSpPr txBox="1"/>
          <p:nvPr/>
        </p:nvSpPr>
        <p:spPr>
          <a:xfrm>
            <a:off x="1097280" y="1558636"/>
            <a:ext cx="673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g3892e5b8de4_0_36"/>
          <p:cNvSpPr txBox="1"/>
          <p:nvPr/>
        </p:nvSpPr>
        <p:spPr>
          <a:xfrm>
            <a:off x="1097280" y="2391947"/>
            <a:ext cx="59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0" name="Google Shape;850;g3892e5b8de4_0_36"/>
          <p:cNvCxnSpPr/>
          <p:nvPr/>
        </p:nvCxnSpPr>
        <p:spPr>
          <a:xfrm>
            <a:off x="5436524" y="2256905"/>
            <a:ext cx="10038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51" name="Google Shape;851;g3892e5b8de4_0_36"/>
          <p:cNvSpPr txBox="1"/>
          <p:nvPr/>
        </p:nvSpPr>
        <p:spPr>
          <a:xfrm>
            <a:off x="6440285" y="1992710"/>
            <a:ext cx="164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(x, y) of points on the line</a:t>
            </a:r>
            <a:endParaRPr sz="1100"/>
          </a:p>
        </p:txBody>
      </p:sp>
      <p:sp>
        <p:nvSpPr>
          <p:cNvPr id="852" name="Google Shape;852;g3892e5b8de4_0_36"/>
          <p:cNvSpPr/>
          <p:nvPr/>
        </p:nvSpPr>
        <p:spPr>
          <a:xfrm>
            <a:off x="734200" y="1415800"/>
            <a:ext cx="1939200" cy="2076000"/>
          </a:xfrm>
          <a:prstGeom prst="mathMultiply">
            <a:avLst>
              <a:gd fmla="val 23520" name="adj1"/>
            </a:avLst>
          </a:prstGeom>
          <a:solidFill>
            <a:srgbClr val="FF0000">
              <a:alpha val="53730"/>
            </a:srgbClr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g3892e5b8de4_0_3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9d5ff91945_4_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0" name="Google Shape;860;g39d5ff91945_4_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Eight-way Symmetry</a:t>
            </a:r>
            <a:endParaRPr/>
          </a:p>
        </p:txBody>
      </p:sp>
      <p:sp>
        <p:nvSpPr>
          <p:cNvPr id="861" name="Google Shape;861;g39d5ff91945_4_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900"/>
              <a:t>Check this article to understand 8-way symmetry:</a:t>
            </a:r>
            <a:r>
              <a:rPr b="1" lang="en-US" sz="3000"/>
              <a:t> </a:t>
            </a:r>
            <a:endParaRPr b="1" sz="30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500" u="sng">
                <a:solidFill>
                  <a:schemeClr val="hlink"/>
                </a:solidFill>
                <a:hlinkClick r:id="rId3"/>
              </a:rPr>
              <a:t>https://studyresearch.in/bresenhams-circle-algorithm/</a:t>
            </a:r>
            <a:endParaRPr b="1" sz="25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892e5b8de4_0_47"/>
          <p:cNvSpPr txBox="1"/>
          <p:nvPr/>
        </p:nvSpPr>
        <p:spPr>
          <a:xfrm>
            <a:off x="628650" y="61869"/>
            <a:ext cx="78867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find Zone?</a:t>
            </a:r>
            <a:endParaRPr sz="1100"/>
          </a:p>
        </p:txBody>
      </p:sp>
      <p:cxnSp>
        <p:nvCxnSpPr>
          <p:cNvPr id="867" name="Google Shape;867;g3892e5b8de4_0_47"/>
          <p:cNvCxnSpPr/>
          <p:nvPr/>
        </p:nvCxnSpPr>
        <p:spPr>
          <a:xfrm>
            <a:off x="1948685" y="447328"/>
            <a:ext cx="11700" cy="47010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68" name="Google Shape;868;g3892e5b8de4_0_47"/>
          <p:cNvCxnSpPr/>
          <p:nvPr/>
        </p:nvCxnSpPr>
        <p:spPr>
          <a:xfrm flipH="1" rot="10800000">
            <a:off x="54032" y="2632349"/>
            <a:ext cx="4459800" cy="93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cxnSp>
        <p:nvCxnSpPr>
          <p:cNvPr id="869" name="Google Shape;869;g3892e5b8de4_0_47"/>
          <p:cNvCxnSpPr/>
          <p:nvPr/>
        </p:nvCxnSpPr>
        <p:spPr>
          <a:xfrm>
            <a:off x="0" y="751262"/>
            <a:ext cx="4301700" cy="41679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cxnSp>
        <p:nvCxnSpPr>
          <p:cNvPr id="870" name="Google Shape;870;g3892e5b8de4_0_47"/>
          <p:cNvCxnSpPr/>
          <p:nvPr/>
        </p:nvCxnSpPr>
        <p:spPr>
          <a:xfrm flipH="1">
            <a:off x="37336" y="531496"/>
            <a:ext cx="4264500" cy="3840600"/>
          </a:xfrm>
          <a:prstGeom prst="straightConnector1">
            <a:avLst/>
          </a:prstGeom>
          <a:noFill/>
          <a:ln cap="flat" cmpd="sng" w="7150">
            <a:solidFill>
              <a:schemeClr val="dk1"/>
            </a:solidFill>
            <a:prstDash val="lgDash"/>
            <a:miter lim="800000"/>
            <a:headEnd len="sm" w="sm" type="none"/>
            <a:tailEnd len="sm" w="sm" type="none"/>
          </a:ln>
        </p:spPr>
      </p:cxnSp>
      <p:sp>
        <p:nvSpPr>
          <p:cNvPr id="871" name="Google Shape;871;g3892e5b8de4_0_47"/>
          <p:cNvSpPr/>
          <p:nvPr/>
        </p:nvSpPr>
        <p:spPr>
          <a:xfrm>
            <a:off x="2793850" y="1893625"/>
            <a:ext cx="17700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|dx|&gt;|dy|</a:t>
            </a:r>
            <a:endParaRPr sz="1100"/>
          </a:p>
        </p:txBody>
      </p:sp>
      <p:sp>
        <p:nvSpPr>
          <p:cNvPr id="872" name="Google Shape;872;g3892e5b8de4_0_47"/>
          <p:cNvSpPr/>
          <p:nvPr/>
        </p:nvSpPr>
        <p:spPr>
          <a:xfrm>
            <a:off x="1973225" y="663975"/>
            <a:ext cx="17487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1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dx&gt;0, dy&gt;0, |dy|&gt;|dx|</a:t>
            </a:r>
            <a:endParaRPr sz="1100"/>
          </a:p>
        </p:txBody>
      </p:sp>
      <p:sp>
        <p:nvSpPr>
          <p:cNvPr id="873" name="Google Shape;873;g3892e5b8de4_0_47"/>
          <p:cNvSpPr/>
          <p:nvPr/>
        </p:nvSpPr>
        <p:spPr>
          <a:xfrm>
            <a:off x="38575" y="189362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3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|dx|&gt;|dy|</a:t>
            </a:r>
            <a:endParaRPr sz="1100"/>
          </a:p>
        </p:txBody>
      </p:sp>
      <p:sp>
        <p:nvSpPr>
          <p:cNvPr id="874" name="Google Shape;874;g3892e5b8de4_0_47"/>
          <p:cNvSpPr/>
          <p:nvPr/>
        </p:nvSpPr>
        <p:spPr>
          <a:xfrm>
            <a:off x="141450" y="663973"/>
            <a:ext cx="1719600" cy="679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dx&lt;0, dy&gt;0, |dy|&gt;|dx|</a:t>
            </a:r>
            <a:endParaRPr sz="1100"/>
          </a:p>
        </p:txBody>
      </p:sp>
      <p:sp>
        <p:nvSpPr>
          <p:cNvPr id="875" name="Google Shape;875;g3892e5b8de4_0_47"/>
          <p:cNvSpPr/>
          <p:nvPr/>
        </p:nvSpPr>
        <p:spPr>
          <a:xfrm>
            <a:off x="52993" y="2797752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4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876" name="Google Shape;876;g3892e5b8de4_0_47"/>
          <p:cNvSpPr/>
          <p:nvPr/>
        </p:nvSpPr>
        <p:spPr>
          <a:xfrm>
            <a:off x="161708" y="4264430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5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877" name="Google Shape;877;g3892e5b8de4_0_47"/>
          <p:cNvSpPr/>
          <p:nvPr/>
        </p:nvSpPr>
        <p:spPr>
          <a:xfrm>
            <a:off x="2120914" y="4267548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6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878" name="Google Shape;878;g3892e5b8de4_0_47"/>
          <p:cNvSpPr/>
          <p:nvPr/>
        </p:nvSpPr>
        <p:spPr>
          <a:xfrm>
            <a:off x="2871138" y="2827364"/>
            <a:ext cx="1719600" cy="48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Zone: 7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879" name="Google Shape;879;g3892e5b8de4_0_47"/>
          <p:cNvSpPr txBox="1"/>
          <p:nvPr/>
        </p:nvSpPr>
        <p:spPr>
          <a:xfrm>
            <a:off x="4941272" y="663001"/>
            <a:ext cx="4164900" cy="39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FindZone(x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dx= 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x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 dy =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y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if(|dx| &gt; |dy|){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0;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=3;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if(dx&gt;0 &amp;&amp; dy&gt;0) zone = 1;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if(dx&lt;0 &amp;&amp; dy&gt;0) zone =2;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 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else if (? ?) zone = 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880" name="Google Shape;880;g3892e5b8de4_0_4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5" name="Google Shape;885;g3892e5b8de4_0_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677" y="625865"/>
            <a:ext cx="3629400" cy="381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g3892e5b8de4_0_66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7580" y="806245"/>
            <a:ext cx="3629400" cy="38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7" name="Google Shape;887;g3892e5b8de4_0_66"/>
          <p:cNvCxnSpPr/>
          <p:nvPr/>
        </p:nvCxnSpPr>
        <p:spPr>
          <a:xfrm flipH="1" rot="10800000">
            <a:off x="2874125" y="1814389"/>
            <a:ext cx="1116000" cy="5298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88" name="Google Shape;888;g3892e5b8de4_0_66"/>
          <p:cNvCxnSpPr/>
          <p:nvPr/>
        </p:nvCxnSpPr>
        <p:spPr>
          <a:xfrm flipH="1" rot="10800000">
            <a:off x="4968933" y="2428150"/>
            <a:ext cx="3298200" cy="1178400"/>
          </a:xfrm>
          <a:prstGeom prst="straightConnector1">
            <a:avLst/>
          </a:prstGeom>
          <a:noFill/>
          <a:ln cap="flat" cmpd="sng" w="214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89" name="Google Shape;889;g3892e5b8de4_0_66"/>
          <p:cNvSpPr txBox="1"/>
          <p:nvPr/>
        </p:nvSpPr>
        <p:spPr>
          <a:xfrm>
            <a:off x="7718367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100"/>
          </a:p>
        </p:txBody>
      </p:sp>
      <p:sp>
        <p:nvSpPr>
          <p:cNvPr id="890" name="Google Shape;890;g3892e5b8de4_0_66"/>
          <p:cNvSpPr txBox="1"/>
          <p:nvPr/>
        </p:nvSpPr>
        <p:spPr>
          <a:xfrm>
            <a:off x="6850415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891" name="Google Shape;891;g3892e5b8de4_0_66"/>
          <p:cNvSpPr txBox="1"/>
          <p:nvPr/>
        </p:nvSpPr>
        <p:spPr>
          <a:xfrm>
            <a:off x="5783579" y="1340186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892" name="Google Shape;892;g3892e5b8de4_0_66"/>
          <p:cNvSpPr txBox="1"/>
          <p:nvPr/>
        </p:nvSpPr>
        <p:spPr>
          <a:xfrm>
            <a:off x="5068685" y="22056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893" name="Google Shape;893;g3892e5b8de4_0_66"/>
          <p:cNvSpPr txBox="1"/>
          <p:nvPr/>
        </p:nvSpPr>
        <p:spPr>
          <a:xfrm>
            <a:off x="5068685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894" name="Google Shape;894;g3892e5b8de4_0_66"/>
          <p:cNvSpPr txBox="1"/>
          <p:nvPr/>
        </p:nvSpPr>
        <p:spPr>
          <a:xfrm>
            <a:off x="5771111" y="3982114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895" name="Google Shape;895;g3892e5b8de4_0_66"/>
          <p:cNvSpPr txBox="1"/>
          <p:nvPr/>
        </p:nvSpPr>
        <p:spPr>
          <a:xfrm>
            <a:off x="7037451" y="3992822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/>
          </a:p>
        </p:txBody>
      </p:sp>
      <p:sp>
        <p:nvSpPr>
          <p:cNvPr id="896" name="Google Shape;896;g3892e5b8de4_0_66"/>
          <p:cNvSpPr txBox="1"/>
          <p:nvPr/>
        </p:nvSpPr>
        <p:spPr>
          <a:xfrm>
            <a:off x="7718367" y="2870089"/>
            <a:ext cx="186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/>
          </a:p>
        </p:txBody>
      </p:sp>
      <p:sp>
        <p:nvSpPr>
          <p:cNvPr id="897" name="Google Shape;897;g3892e5b8de4_0_66"/>
          <p:cNvSpPr txBox="1"/>
          <p:nvPr/>
        </p:nvSpPr>
        <p:spPr>
          <a:xfrm>
            <a:off x="4420370" y="3298075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-15)</a:t>
            </a:r>
            <a:endParaRPr sz="1100"/>
          </a:p>
        </p:txBody>
      </p:sp>
      <p:sp>
        <p:nvSpPr>
          <p:cNvPr id="898" name="Google Shape;898;g3892e5b8de4_0_66"/>
          <p:cNvSpPr txBox="1"/>
          <p:nvPr/>
        </p:nvSpPr>
        <p:spPr>
          <a:xfrm>
            <a:off x="7969243" y="2151222"/>
            <a:ext cx="835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(100, 35)</a:t>
            </a:r>
            <a:endParaRPr sz="1100"/>
          </a:p>
        </p:txBody>
      </p:sp>
      <p:sp>
        <p:nvSpPr>
          <p:cNvPr id="899" name="Google Shape;899;g3892e5b8de4_0_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g3892e5b8de4_0_8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605" y="1369219"/>
            <a:ext cx="3706200" cy="3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g3892e5b8de4_0_83"/>
          <p:cNvSpPr txBox="1"/>
          <p:nvPr>
            <p:ph idx="2" type="body"/>
          </p:nvPr>
        </p:nvSpPr>
        <p:spPr>
          <a:xfrm>
            <a:off x="4798838" y="1347889"/>
            <a:ext cx="2914800" cy="24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dx = 100 + 50 = 150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dy = 35 + 15 = 50 &gt;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|dx| &gt; |dy|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n-US"/>
              <a:t>Zone = 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sp>
        <p:nvSpPr>
          <p:cNvPr id="906" name="Google Shape;906;g3892e5b8de4_0_8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3892e5b8de4_0_88"/>
          <p:cNvSpPr txBox="1"/>
          <p:nvPr>
            <p:ph type="title"/>
          </p:nvPr>
        </p:nvSpPr>
        <p:spPr>
          <a:xfrm>
            <a:off x="623888" y="1820419"/>
            <a:ext cx="78867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How do we utilize the zones?</a:t>
            </a:r>
            <a:endParaRPr/>
          </a:p>
        </p:txBody>
      </p:sp>
      <p:sp>
        <p:nvSpPr>
          <p:cNvPr id="912" name="Google Shape;912;g3892e5b8de4_0_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g3892e5b8de4_0_92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918" name="Google Shape;918;g3892e5b8de4_0_92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g3892e5b8de4_0_92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g3892e5b8de4_0_92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g3892e5b8de4_0_92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g3892e5b8de4_0_92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g3892e5b8de4_0_92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924" name="Google Shape;924;g3892e5b8de4_0_92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g3892e5b8de4_0_92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926" name="Google Shape;926;g3892e5b8de4_0_92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g3892e5b8de4_0_92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g3892e5b8de4_0_92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29" name="Google Shape;929;g3892e5b8de4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g3892e5b8de4_0_92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g3892e5b8de4_0_92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100"/>
          </a:p>
        </p:txBody>
      </p:sp>
      <p:sp>
        <p:nvSpPr>
          <p:cNvPr id="932" name="Google Shape;932;g3892e5b8de4_0_92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g3892e5b8de4_0_92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g3892e5b8de4_0_9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892e5b8de4_0_112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Convert the coordinates of Zone </a:t>
            </a:r>
            <a:r>
              <a:rPr i="1" lang="en-US" sz="2400"/>
              <a:t>M </a:t>
            </a:r>
            <a:r>
              <a:rPr i="0" lang="en-US" sz="2400"/>
              <a:t>into the coordinates of Zone 0</a:t>
            </a:r>
            <a:br>
              <a:rPr i="0" lang="en-US" sz="2400"/>
            </a:br>
            <a:r>
              <a:rPr lang="en-US" sz="2400"/>
              <a:t>Zone 1 → Zone 0</a:t>
            </a:r>
            <a:endParaRPr/>
          </a:p>
        </p:txBody>
      </p:sp>
      <p:pic>
        <p:nvPicPr>
          <p:cNvPr id="940" name="Google Shape;940;g3892e5b8de4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g3892e5b8de4_0_112"/>
          <p:cNvSpPr/>
          <p:nvPr/>
        </p:nvSpPr>
        <p:spPr>
          <a:xfrm>
            <a:off x="2076104" y="17145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g3892e5b8de4_0_112"/>
          <p:cNvSpPr txBox="1"/>
          <p:nvPr/>
        </p:nvSpPr>
        <p:spPr>
          <a:xfrm>
            <a:off x="2169622" y="153725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943" name="Google Shape;943;g3892e5b8de4_0_112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g3892e5b8de4_0_112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945" name="Google Shape;945;g3892e5b8de4_0_112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1: ( X, Y ) becomes (Y ,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g3892e5b8de4_0_112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947" name="Google Shape;947;g3892e5b8de4_0_1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892e5b8de4_0_123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Convert the coordinates of Zone </a:t>
            </a:r>
            <a:r>
              <a:rPr i="1" lang="en-US" sz="2400"/>
              <a:t>M </a:t>
            </a:r>
            <a:r>
              <a:rPr i="0" lang="en-US" sz="2400"/>
              <a:t>into the coordinates of Zone 0</a:t>
            </a:r>
            <a:br>
              <a:rPr i="0" lang="en-US" sz="2400"/>
            </a:br>
            <a:r>
              <a:rPr lang="en-US" sz="2400"/>
              <a:t>Zone 2 → Zone 0</a:t>
            </a:r>
            <a:endParaRPr/>
          </a:p>
        </p:txBody>
      </p:sp>
      <p:pic>
        <p:nvPicPr>
          <p:cNvPr id="953" name="Google Shape;953;g3892e5b8de4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954" name="Google Shape;954;g3892e5b8de4_0_123"/>
          <p:cNvSpPr/>
          <p:nvPr/>
        </p:nvSpPr>
        <p:spPr>
          <a:xfrm>
            <a:off x="1598122" y="1537254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g3892e5b8de4_0_123"/>
          <p:cNvSpPr txBox="1"/>
          <p:nvPr/>
        </p:nvSpPr>
        <p:spPr>
          <a:xfrm>
            <a:off x="1314450" y="120901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956" name="Google Shape;956;g3892e5b8de4_0_123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g3892e5b8de4_0_123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958" name="Google Shape;958;g3892e5b8de4_0_123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2: ( X, Y ) becomes (Y , - X)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g3892e5b8de4_0_123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960" name="Google Shape;960;g3892e5b8de4_0_1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892e5b8de4_0_134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Convert the coordinates of Zone </a:t>
            </a:r>
            <a:r>
              <a:rPr i="1" lang="en-US" sz="2400"/>
              <a:t>M </a:t>
            </a:r>
            <a:r>
              <a:rPr i="0" lang="en-US" sz="2400"/>
              <a:t>into the coordinates of Zone 0</a:t>
            </a:r>
            <a:br>
              <a:rPr i="0" lang="en-US" sz="2400"/>
            </a:br>
            <a:r>
              <a:rPr lang="en-US" sz="2400"/>
              <a:t>Zone 3 → Zone 0</a:t>
            </a:r>
            <a:endParaRPr/>
          </a:p>
        </p:txBody>
      </p:sp>
      <p:pic>
        <p:nvPicPr>
          <p:cNvPr id="966" name="Google Shape;966;g3892e5b8de4_0_1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g3892e5b8de4_0_134"/>
          <p:cNvSpPr/>
          <p:nvPr/>
        </p:nvSpPr>
        <p:spPr>
          <a:xfrm>
            <a:off x="906087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g3892e5b8de4_0_134"/>
          <p:cNvSpPr txBox="1"/>
          <p:nvPr/>
        </p:nvSpPr>
        <p:spPr>
          <a:xfrm>
            <a:off x="706581" y="208733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969" name="Google Shape;969;g3892e5b8de4_0_134"/>
          <p:cNvSpPr/>
          <p:nvPr/>
        </p:nvSpPr>
        <p:spPr>
          <a:xfrm>
            <a:off x="2830484" y="2394653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892e5b8de4_0_134"/>
          <p:cNvSpPr txBox="1"/>
          <p:nvPr/>
        </p:nvSpPr>
        <p:spPr>
          <a:xfrm>
            <a:off x="2396144" y="2116314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971" name="Google Shape;971;g3892e5b8de4_0_134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3: ( X, Y ) becomes (-X, Y) in Zone 0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892e5b8de4_0_134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ConvertToZone0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-X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973" name="Google Shape;973;g3892e5b8de4_0_134"/>
          <p:cNvSpPr/>
          <p:nvPr/>
        </p:nvSpPr>
        <p:spPr>
          <a:xfrm>
            <a:off x="5143691" y="3694089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974" name="Google Shape;974;g3892e5b8de4_0_1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9" name="Google Shape;979;g3892e5b8de4_0_146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980" name="Google Shape;980;g3892e5b8de4_0_146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g3892e5b8de4_0_146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g3892e5b8de4_0_146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g3892e5b8de4_0_146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g3892e5b8de4_0_146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g3892e5b8de4_0_146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986" name="Google Shape;986;g3892e5b8de4_0_146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g3892e5b8de4_0_146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988" name="Google Shape;988;g3892e5b8de4_0_146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g3892e5b8de4_0_146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g3892e5b8de4_0_146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991" name="Google Shape;991;g3892e5b8de4_0_1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g3892e5b8de4_0_146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g3892e5b8de4_0_146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994" name="Google Shape;994;g3892e5b8de4_0_146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g3892e5b8de4_0_146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g3892e5b8de4_0_14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892e5b8de4_0_166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Go back to original zone M</a:t>
            </a:r>
            <a:br>
              <a:rPr lang="en-US" sz="2400"/>
            </a:br>
            <a:r>
              <a:rPr lang="en-US" sz="2400"/>
              <a:t>Zone 0 → Zone 1</a:t>
            </a:r>
            <a:endParaRPr/>
          </a:p>
        </p:txBody>
      </p:sp>
      <p:pic>
        <p:nvPicPr>
          <p:cNvPr id="1002" name="Google Shape;1002;g3892e5b8de4_0_1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g3892e5b8de4_0_166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g3892e5b8de4_0_166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05" name="Google Shape;1005;g3892e5b8de4_0_166"/>
          <p:cNvSpPr/>
          <p:nvPr/>
        </p:nvSpPr>
        <p:spPr>
          <a:xfrm>
            <a:off x="2102987" y="139172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g3892e5b8de4_0_166"/>
          <p:cNvSpPr txBox="1"/>
          <p:nvPr/>
        </p:nvSpPr>
        <p:spPr>
          <a:xfrm>
            <a:off x="1975313" y="1102979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(5, 50)</a:t>
            </a:r>
            <a:endParaRPr sz="1100"/>
          </a:p>
        </p:txBody>
      </p:sp>
      <p:sp>
        <p:nvSpPr>
          <p:cNvPr id="1007" name="Google Shape;1007;g3892e5b8de4_0_166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(Y , X) in Zone 1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g3892e5b8de4_0_166"/>
          <p:cNvSpPr txBox="1"/>
          <p:nvPr/>
        </p:nvSpPr>
        <p:spPr>
          <a:xfrm>
            <a:off x="4015047" y="1537254"/>
            <a:ext cx="42768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09" name="Google Shape;1009;g3892e5b8de4_0_16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892e5b8de4_0_177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Go back to original zone M</a:t>
            </a:r>
            <a:br>
              <a:rPr lang="en-US" sz="2400"/>
            </a:br>
            <a:r>
              <a:rPr lang="en-US" sz="2400"/>
              <a:t>Zone 0 → Zone 2</a:t>
            </a:r>
            <a:endParaRPr/>
          </a:p>
        </p:txBody>
      </p:sp>
      <p:pic>
        <p:nvPicPr>
          <p:cNvPr id="1015" name="Google Shape;1015;g3892e5b8de4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g3892e5b8de4_0_177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g3892e5b8de4_0_177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18" name="Google Shape;1018;g3892e5b8de4_0_177"/>
          <p:cNvSpPr/>
          <p:nvPr/>
        </p:nvSpPr>
        <p:spPr>
          <a:xfrm>
            <a:off x="1601541" y="1437501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g3892e5b8de4_0_177"/>
          <p:cNvSpPr txBox="1"/>
          <p:nvPr/>
        </p:nvSpPr>
        <p:spPr>
          <a:xfrm>
            <a:off x="1314450" y="1160502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(-5, 50)</a:t>
            </a:r>
            <a:endParaRPr sz="1100"/>
          </a:p>
        </p:txBody>
      </p:sp>
      <p:sp>
        <p:nvSpPr>
          <p:cNvPr id="1020" name="Google Shape;1020;g3892e5b8de4_0_177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(-Y , X) in Zone 2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g3892e5b8de4_0_177"/>
          <p:cNvSpPr txBox="1"/>
          <p:nvPr/>
        </p:nvSpPr>
        <p:spPr>
          <a:xfrm>
            <a:off x="4015047" y="1537254"/>
            <a:ext cx="4276800" cy="24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22" name="Google Shape;1022;g3892e5b8de4_0_17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892e5b8de4_0_188"/>
          <p:cNvSpPr txBox="1"/>
          <p:nvPr>
            <p:ph type="title"/>
          </p:nvPr>
        </p:nvSpPr>
        <p:spPr>
          <a:xfrm>
            <a:off x="43642" y="55634"/>
            <a:ext cx="85155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400"/>
              <a:t>Go back to original zone M</a:t>
            </a:r>
            <a:br>
              <a:rPr lang="en-US" sz="2400"/>
            </a:br>
            <a:r>
              <a:rPr lang="en-US" sz="2400"/>
              <a:t>Zone 0 → Zone 3</a:t>
            </a:r>
            <a:endParaRPr/>
          </a:p>
        </p:txBody>
      </p:sp>
      <p:pic>
        <p:nvPicPr>
          <p:cNvPr id="1028" name="Google Shape;1028;g3892e5b8de4_0_1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88" y="956854"/>
            <a:ext cx="3337849" cy="3429297"/>
          </a:xfrm>
          <a:prstGeom prst="rect">
            <a:avLst/>
          </a:prstGeom>
          <a:noFill/>
          <a:ln>
            <a:noFill/>
          </a:ln>
        </p:spPr>
      </p:pic>
      <p:sp>
        <p:nvSpPr>
          <p:cNvPr id="1029" name="Google Shape;1029;g3892e5b8de4_0_188"/>
          <p:cNvSpPr/>
          <p:nvPr/>
        </p:nvSpPr>
        <p:spPr>
          <a:xfrm>
            <a:off x="2786441" y="2344776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g3892e5b8de4_0_188"/>
          <p:cNvSpPr txBox="1"/>
          <p:nvPr/>
        </p:nvSpPr>
        <p:spPr>
          <a:xfrm>
            <a:off x="2502768" y="2080101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(50, 5)</a:t>
            </a:r>
            <a:endParaRPr sz="1100"/>
          </a:p>
        </p:txBody>
      </p:sp>
      <p:sp>
        <p:nvSpPr>
          <p:cNvPr id="1031" name="Google Shape;1031;g3892e5b8de4_0_188"/>
          <p:cNvSpPr/>
          <p:nvPr/>
        </p:nvSpPr>
        <p:spPr>
          <a:xfrm>
            <a:off x="989483" y="2357100"/>
            <a:ext cx="93600" cy="9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g3892e5b8de4_0_188"/>
          <p:cNvSpPr txBox="1"/>
          <p:nvPr/>
        </p:nvSpPr>
        <p:spPr>
          <a:xfrm>
            <a:off x="743716" y="2067777"/>
            <a:ext cx="66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(-50, 5)</a:t>
            </a:r>
            <a:endParaRPr sz="1100"/>
          </a:p>
        </p:txBody>
      </p:sp>
      <p:sp>
        <p:nvSpPr>
          <p:cNvPr id="1033" name="Google Shape;1033;g3892e5b8de4_0_188"/>
          <p:cNvSpPr txBox="1"/>
          <p:nvPr/>
        </p:nvSpPr>
        <p:spPr>
          <a:xfrm>
            <a:off x="4015047" y="956855"/>
            <a:ext cx="4756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Coordinates in Zone 0: ( X, Y ) becomes (-X , Y) in Zone 3 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g3892e5b8de4_0_188"/>
          <p:cNvSpPr txBox="1"/>
          <p:nvPr/>
        </p:nvSpPr>
        <p:spPr>
          <a:xfrm>
            <a:off x="4015047" y="1537254"/>
            <a:ext cx="4276800" cy="3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OriginalZone (X, Y, zone){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if (zone == 1){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else if(zone == 2){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-Y, y = X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else if (zone ==3){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x = -X , y = 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….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return (x, y)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100"/>
          </a:p>
        </p:txBody>
      </p:sp>
      <p:sp>
        <p:nvSpPr>
          <p:cNvPr id="1035" name="Google Shape;1035;g3892e5b8de4_0_188"/>
          <p:cNvSpPr/>
          <p:nvPr/>
        </p:nvSpPr>
        <p:spPr>
          <a:xfrm>
            <a:off x="5096741" y="3643828"/>
            <a:ext cx="2593500" cy="592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DIY for zone 4, 5, 6, 7</a:t>
            </a:r>
            <a:endParaRPr sz="1100"/>
          </a:p>
        </p:txBody>
      </p:sp>
      <p:sp>
        <p:nvSpPr>
          <p:cNvPr id="1036" name="Google Shape;1036;g3892e5b8de4_0_18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g3892e5b8de4_0_200"/>
          <p:cNvGrpSpPr/>
          <p:nvPr/>
        </p:nvGrpSpPr>
        <p:grpSpPr>
          <a:xfrm>
            <a:off x="58875" y="885300"/>
            <a:ext cx="3795549" cy="3475275"/>
            <a:chOff x="0" y="0"/>
            <a:chExt cx="5312175" cy="4633700"/>
          </a:xfrm>
        </p:grpSpPr>
        <p:sp>
          <p:nvSpPr>
            <p:cNvPr id="1042" name="Google Shape;1042;g3892e5b8de4_0_200"/>
            <p:cNvSpPr/>
            <p:nvPr/>
          </p:nvSpPr>
          <p:spPr>
            <a:xfrm>
              <a:off x="0" y="0"/>
              <a:ext cx="38694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g3892e5b8de4_0_200"/>
            <p:cNvSpPr txBox="1"/>
            <p:nvPr/>
          </p:nvSpPr>
          <p:spPr>
            <a:xfrm>
              <a:off x="29858" y="29858"/>
              <a:ext cx="34593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Input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 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(x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,y</a:t>
              </a:r>
              <a:r>
                <a:rPr baseline="-2500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for a line of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M,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where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={0, 1, …, 7}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g3892e5b8de4_0_200"/>
            <p:cNvSpPr/>
            <p:nvPr/>
          </p:nvSpPr>
          <p:spPr>
            <a:xfrm>
              <a:off x="389066" y="1204775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g3892e5b8de4_0_200"/>
            <p:cNvSpPr txBox="1"/>
            <p:nvPr/>
          </p:nvSpPr>
          <p:spPr>
            <a:xfrm>
              <a:off x="418920" y="1234627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coordinates of a line in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 </a:t>
              </a:r>
              <a:r>
                <a:rPr i="0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into the coordinates of a line in Zone 0</a:t>
              </a:r>
              <a:endParaRPr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g3892e5b8de4_0_200"/>
            <p:cNvSpPr/>
            <p:nvPr/>
          </p:nvSpPr>
          <p:spPr>
            <a:xfrm>
              <a:off x="772308" y="2409550"/>
              <a:ext cx="39531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g3892e5b8de4_0_200"/>
            <p:cNvSpPr txBox="1"/>
            <p:nvPr/>
          </p:nvSpPr>
          <p:spPr>
            <a:xfrm>
              <a:off x="802175" y="2439397"/>
              <a:ext cx="3540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 the existing midpoint line drawing algorithm for Zone 0</a:t>
              </a:r>
              <a:endParaRPr sz="1100"/>
            </a:p>
          </p:txBody>
        </p:sp>
        <p:sp>
          <p:nvSpPr>
            <p:cNvPr id="1048" name="Google Shape;1048;g3892e5b8de4_0_200"/>
            <p:cNvSpPr/>
            <p:nvPr/>
          </p:nvSpPr>
          <p:spPr>
            <a:xfrm>
              <a:off x="1161374" y="3614300"/>
              <a:ext cx="4150800" cy="1019400"/>
            </a:xfrm>
            <a:prstGeom prst="roundRect">
              <a:avLst>
                <a:gd fmla="val 10000" name="adj"/>
              </a:avLst>
            </a:prstGeom>
            <a:solidFill>
              <a:srgbClr val="599BD5"/>
            </a:soli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g3892e5b8de4_0_200"/>
            <p:cNvSpPr txBox="1"/>
            <p:nvPr/>
          </p:nvSpPr>
          <p:spPr>
            <a:xfrm>
              <a:off x="1191238" y="3644166"/>
              <a:ext cx="3534000" cy="95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4275" lIns="54275" spcFirstLastPara="1" rIns="54275" wrap="square" tIns="542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Convert the points (x, y) back to original Zone </a:t>
              </a:r>
              <a:r>
                <a:rPr i="1"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100"/>
            </a:p>
          </p:txBody>
        </p:sp>
        <p:sp>
          <p:nvSpPr>
            <p:cNvPr id="1050" name="Google Shape;1050;g3892e5b8de4_0_200"/>
            <p:cNvSpPr/>
            <p:nvPr/>
          </p:nvSpPr>
          <p:spPr>
            <a:xfrm>
              <a:off x="3742923" y="780783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g3892e5b8de4_0_200"/>
            <p:cNvSpPr/>
            <p:nvPr/>
          </p:nvSpPr>
          <p:spPr>
            <a:xfrm>
              <a:off x="4211977" y="198555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g3892e5b8de4_0_200"/>
            <p:cNvSpPr/>
            <p:nvPr/>
          </p:nvSpPr>
          <p:spPr>
            <a:xfrm>
              <a:off x="4595233" y="3190322"/>
              <a:ext cx="662700" cy="662700"/>
            </a:xfrm>
            <a:prstGeom prst="downArrow">
              <a:avLst>
                <a:gd fmla="val 55000" name="adj1"/>
                <a:gd fmla="val 45000" name="adj2"/>
              </a:avLst>
            </a:prstGeom>
            <a:solidFill>
              <a:srgbClr val="CFDEEF">
                <a:alpha val="89800"/>
              </a:srgbClr>
            </a:solidFill>
            <a:ln cap="flat" cmpd="sng" w="9525">
              <a:solidFill>
                <a:srgbClr val="CFDEEF">
                  <a:alpha val="898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53" name="Google Shape;1053;g3892e5b8de4_0_2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831" y="441525"/>
            <a:ext cx="3385837" cy="4226943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g3892e5b8de4_0_200"/>
          <p:cNvSpPr/>
          <p:nvPr/>
        </p:nvSpPr>
        <p:spPr>
          <a:xfrm>
            <a:off x="2815556" y="922706"/>
            <a:ext cx="23217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g3892e5b8de4_0_200"/>
          <p:cNvSpPr/>
          <p:nvPr/>
        </p:nvSpPr>
        <p:spPr>
          <a:xfrm>
            <a:off x="3145874" y="1866206"/>
            <a:ext cx="19878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ConvertToZone0</a:t>
            </a:r>
            <a:endParaRPr sz="1100"/>
          </a:p>
        </p:txBody>
      </p:sp>
      <p:sp>
        <p:nvSpPr>
          <p:cNvPr id="1056" name="Google Shape;1056;g3892e5b8de4_0_200"/>
          <p:cNvSpPr/>
          <p:nvPr/>
        </p:nvSpPr>
        <p:spPr>
          <a:xfrm>
            <a:off x="3429000" y="2798400"/>
            <a:ext cx="17001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MidPoint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g3892e5b8de4_0_200"/>
          <p:cNvSpPr/>
          <p:nvPr/>
        </p:nvSpPr>
        <p:spPr>
          <a:xfrm>
            <a:off x="3854251" y="3646754"/>
            <a:ext cx="1275000" cy="6234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OriginalZone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g3892e5b8de4_0_20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892e5b8de4_0_220"/>
          <p:cNvSpPr txBox="1"/>
          <p:nvPr>
            <p:ph type="title"/>
          </p:nvPr>
        </p:nvSpPr>
        <p:spPr>
          <a:xfrm>
            <a:off x="166750" y="74750"/>
            <a:ext cx="79386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Sample Problem and Step by Step Solution</a:t>
            </a:r>
            <a:endParaRPr b="1"/>
          </a:p>
        </p:txBody>
      </p:sp>
      <p:sp>
        <p:nvSpPr>
          <p:cNvPr id="1064" name="Google Shape;1064;g3892e5b8de4_0_220"/>
          <p:cNvSpPr txBox="1"/>
          <p:nvPr>
            <p:ph idx="1" type="body"/>
          </p:nvPr>
        </p:nvSpPr>
        <p:spPr>
          <a:xfrm>
            <a:off x="106325" y="1645825"/>
            <a:ext cx="4687200" cy="1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600" u="sng"/>
              <a:t>Step 1 (Find out the Zone):</a:t>
            </a:r>
            <a:endParaRPr b="1" sz="1600" u="sng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/>
              <a:t>dx = -20 +10 = -10 &lt;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/>
              <a:t>dy = 70 + 20 = 90 &gt; 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/>
              <a:t>|dy| &gt; |dx|, 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/>
              <a:t>So, </a:t>
            </a:r>
            <a:r>
              <a:rPr b="1" lang="en-US" sz="1500"/>
              <a:t>Zone = 2</a:t>
            </a:r>
            <a:endParaRPr b="1" sz="1500"/>
          </a:p>
        </p:txBody>
      </p:sp>
      <p:pic>
        <p:nvPicPr>
          <p:cNvPr id="1065" name="Google Shape;1065;g3892e5b8de4_0_2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925" y="1026350"/>
            <a:ext cx="3634851" cy="3740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g3892e5b8de4_0_2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7" name="Google Shape;1067;g3892e5b8de4_0_220"/>
          <p:cNvSpPr txBox="1"/>
          <p:nvPr/>
        </p:nvSpPr>
        <p:spPr>
          <a:xfrm>
            <a:off x="106325" y="3093025"/>
            <a:ext cx="4687200" cy="16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2 (Convert to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= 2, so, (x = Y, y = -X)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Start: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(-10, -20) →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10)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End: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(-20, 70) →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(70, 20)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So, new endpoints in Zone 0: (-20, 10) and (70, 20)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8" name="Google Shape;1068;g3892e5b8de4_0_2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950" y="1026350"/>
            <a:ext cx="3908325" cy="37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g3892e5b8de4_0_220"/>
          <p:cNvSpPr txBox="1"/>
          <p:nvPr/>
        </p:nvSpPr>
        <p:spPr>
          <a:xfrm>
            <a:off x="166750" y="885425"/>
            <a:ext cx="5015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Find first 7 pixels of the line having endpoints (-10,-20) and (-20, 70)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g389afe9aced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3500" y="719050"/>
            <a:ext cx="3477451" cy="40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g389afe9aced_0_44"/>
          <p:cNvSpPr txBox="1"/>
          <p:nvPr/>
        </p:nvSpPr>
        <p:spPr>
          <a:xfrm>
            <a:off x="117975" y="118919"/>
            <a:ext cx="46311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3 (Apply MPL for Zone 0):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dx’ = 70 + 20 = 90,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dy’ = 20 - 10 = 10,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2*10 - 90 = -70,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∆NE = 2*(10-90) = -160,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∆E = 2*10 = 20 </a:t>
            </a:r>
            <a:endParaRPr sz="1100"/>
          </a:p>
        </p:txBody>
      </p:sp>
      <p:graphicFrame>
        <p:nvGraphicFramePr>
          <p:cNvPr id="1076" name="Google Shape;1076;g389afe9aced_0_44"/>
          <p:cNvGraphicFramePr/>
          <p:nvPr/>
        </p:nvGraphicFramePr>
        <p:xfrm>
          <a:off x="117987" y="26636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{BA4DF89D-1355-4CED-8E5F-35A2F0109B40}</a:tableStyleId>
              </a:tblPr>
              <a:tblGrid>
                <a:gridCol w="681525"/>
                <a:gridCol w="681525"/>
                <a:gridCol w="681525"/>
                <a:gridCol w="681525"/>
                <a:gridCol w="68152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X’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Y’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E/NE</a:t>
                      </a:r>
                      <a:endParaRPr sz="14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Updating D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9900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-20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-70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E</a:t>
                      </a:r>
                      <a:endParaRPr b="1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-50</a:t>
                      </a:r>
                      <a:endParaRPr b="1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-19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-18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-17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-16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NE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-150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-150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-130</a:t>
                      </a:r>
                      <a:endParaRPr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-14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11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-130</a:t>
                      </a:r>
                      <a:endParaRPr sz="1100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-110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351C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pic>
        <p:nvPicPr>
          <p:cNvPr id="1077" name="Google Shape;1077;g389afe9aced_0_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3975" y="529063"/>
            <a:ext cx="3296512" cy="443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g389afe9aced_0_4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9" name="Google Shape;1079;g389afe9aced_0_44"/>
          <p:cNvSpPr txBox="1"/>
          <p:nvPr/>
        </p:nvSpPr>
        <p:spPr>
          <a:xfrm>
            <a:off x="48225" y="1434250"/>
            <a:ext cx="477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4 (Convert to Original Zone):</a:t>
            </a:r>
            <a:endParaRPr b="1" sz="16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9900"/>
                </a:highlight>
                <a:latin typeface="Calibri"/>
                <a:ea typeface="Calibri"/>
                <a:cs typeface="Calibri"/>
                <a:sym typeface="Calibri"/>
              </a:rPr>
              <a:t>Orange Colored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X’ and Y’ are in Zone 0,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Now, Convert back to </a:t>
            </a:r>
            <a:r>
              <a:rPr lang="en-US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Original Zone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Here, Original Zone = 2, So,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(x = -Y, y = X)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Green Colored Part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actual Pixels (X, Y)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0" name="Google Shape;1080;g389afe9aced_0_44"/>
          <p:cNvGraphicFramePr/>
          <p:nvPr/>
        </p:nvGraphicFramePr>
        <p:xfrm>
          <a:off x="3525600" y="237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{C86CFDA2-9D3F-4CAF-827B-304C957E01CF}</a:tableStyleId>
              </a:tblPr>
              <a:tblGrid>
                <a:gridCol w="769600"/>
                <a:gridCol w="769600"/>
              </a:tblGrid>
              <a:tr h="282900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Pixels (in Zone 2)</a:t>
                      </a:r>
                      <a:endParaRPr b="1" sz="13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 hMerge="1"/>
              </a:tr>
              <a:tr h="405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X = -Y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Y = X</a:t>
                      </a:r>
                      <a:r>
                        <a:rPr b="1" lang="en-US" sz="1300">
                          <a:solidFill>
                            <a:schemeClr val="dk1"/>
                          </a:solidFill>
                        </a:rPr>
                        <a:t>’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-20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-19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-18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-10</a:t>
                      </a:r>
                      <a:endParaRPr b="1" sz="1400" u="none" cap="none" strike="noStrike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-17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-10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-16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-15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28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-11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-14</a:t>
                      </a:r>
                      <a:endParaRPr b="1" sz="1100"/>
                    </a:p>
                  </a:txBody>
                  <a:tcPr marT="34300" marB="34300" marR="68600" marL="68600">
                    <a:lnL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20124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1081" name="Google Shape;1081;g389afe9aced_0_44"/>
          <p:cNvCxnSpPr>
            <a:endCxn id="1082" idx="3"/>
          </p:cNvCxnSpPr>
          <p:nvPr/>
        </p:nvCxnSpPr>
        <p:spPr>
          <a:xfrm flipH="1">
            <a:off x="1360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g389afe9aced_0_44"/>
          <p:cNvSpPr/>
          <p:nvPr/>
        </p:nvSpPr>
        <p:spPr>
          <a:xfrm>
            <a:off x="215775" y="3357550"/>
            <a:ext cx="1144500" cy="2739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3" name="Google Shape;1083;g389afe9aced_0_44"/>
          <p:cNvCxnSpPr/>
          <p:nvPr/>
        </p:nvCxnSpPr>
        <p:spPr>
          <a:xfrm flipH="1">
            <a:off x="2005275" y="3254200"/>
            <a:ext cx="1028700" cy="240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3892e5b8de4_0_35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MPL Simulation Exercise</a:t>
            </a:r>
            <a:endParaRPr/>
          </a:p>
        </p:txBody>
      </p:sp>
      <p:sp>
        <p:nvSpPr>
          <p:cNvPr id="1090" name="Google Shape;1090;g3892e5b8de4_0_359"/>
          <p:cNvSpPr txBox="1"/>
          <p:nvPr>
            <p:ph idx="1" type="body"/>
          </p:nvPr>
        </p:nvSpPr>
        <p:spPr>
          <a:xfrm>
            <a:off x="628650" y="1369225"/>
            <a:ext cx="7886700" cy="368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-309562" lvl="0" marL="45720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ct val="83333"/>
              <a:buAutoNum type="arabicPeriod"/>
            </a:pPr>
            <a:r>
              <a:rPr lang="en-US" sz="1800"/>
              <a:t>Using the </a:t>
            </a:r>
            <a:r>
              <a:rPr b="1" lang="en-US" sz="1800"/>
              <a:t>Slope Independent Line Drawing Algorithm</a:t>
            </a:r>
            <a:r>
              <a:rPr lang="en-US" sz="1800"/>
              <a:t>, find the first 10 missing pixel values starting from: (Show the present value of d as well as Δs at </a:t>
            </a:r>
            <a:r>
              <a:rPr b="1" lang="en-US" sz="1800"/>
              <a:t>each stage in a table</a:t>
            </a:r>
            <a:r>
              <a:rPr lang="en-US" sz="1800"/>
              <a:t>)</a:t>
            </a:r>
            <a:endParaRPr sz="1800"/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777"/>
              <a:buFont typeface="Calibri"/>
              <a:buAutoNum type="alphaLcPeriod"/>
            </a:pPr>
            <a:r>
              <a:rPr lang="en-US"/>
              <a:t>(20, 10) to (30, 18)</a:t>
            </a:r>
            <a:endParaRPr/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777"/>
              <a:buFont typeface="Calibri"/>
              <a:buAutoNum type="alphaLcPeriod"/>
            </a:pPr>
            <a:r>
              <a:rPr lang="en-US"/>
              <a:t>(0, -14) to (-45, 11)</a:t>
            </a:r>
            <a:endParaRPr/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777"/>
              <a:buFont typeface="Calibri"/>
              <a:buAutoNum type="alphaLcPeriod"/>
            </a:pPr>
            <a:r>
              <a:rPr lang="en-US"/>
              <a:t>(-1011, -29) to (-5509, 823)</a:t>
            </a:r>
            <a:endParaRPr/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2777"/>
              <a:buFont typeface="Calibri"/>
              <a:buAutoNum type="alphaLcPeriod"/>
            </a:pPr>
            <a:r>
              <a:rPr lang="en-US">
                <a:solidFill>
                  <a:srgbClr val="FF0000"/>
                </a:solidFill>
              </a:rPr>
              <a:t>(-18, 11) to (0, -3)</a:t>
            </a:r>
            <a:endParaRPr>
              <a:solidFill>
                <a:srgbClr val="FF0000"/>
              </a:solidFill>
            </a:endParaRPr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2777"/>
              <a:buFont typeface="Calibri"/>
              <a:buAutoNum type="alphaLcPeriod"/>
            </a:pPr>
            <a:r>
              <a:rPr lang="en-US">
                <a:solidFill>
                  <a:srgbClr val="FF0000"/>
                </a:solidFill>
              </a:rPr>
              <a:t>(0, -3) to (-18, 11)</a:t>
            </a:r>
            <a:endParaRPr>
              <a:solidFill>
                <a:srgbClr val="FF0000"/>
              </a:solidFill>
            </a:endParaRPr>
          </a:p>
          <a:p>
            <a:pPr indent="-328453" lvl="1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777"/>
              <a:buFont typeface="Calibri"/>
              <a:buAutoNum type="alphaLcPeriod"/>
            </a:pPr>
            <a:r>
              <a:rPr lang="en-US"/>
              <a:t>(5, 10) to (-20, 5) </a:t>
            </a:r>
            <a:endParaRPr/>
          </a:p>
          <a:p>
            <a:pPr indent="-306863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555"/>
              <a:buAutoNum type="arabicPeriod"/>
            </a:pPr>
            <a:r>
              <a:rPr lang="en-US" sz="1800"/>
              <a:t>Suppose a line segment has the equation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12x - 5y = 0</a:t>
            </a:r>
            <a:r>
              <a:rPr lang="en-US" sz="1800"/>
              <a:t>, and the starting point is at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y = 12</a:t>
            </a:r>
            <a:r>
              <a:rPr lang="en-US" sz="1800"/>
              <a:t> and the ending point is at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y = 0</a:t>
            </a:r>
            <a:r>
              <a:rPr lang="en-US" sz="1800"/>
              <a:t>. Find the first 6 pixels using the Midpoint Line Drawing Algorithm.</a:t>
            </a:r>
            <a:endParaRPr sz="1800"/>
          </a:p>
          <a:p>
            <a:pPr indent="-306863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80555"/>
              <a:buAutoNum type="arabicPeriod"/>
            </a:pPr>
            <a:r>
              <a:rPr lang="en-US" sz="1800"/>
              <a:t>A line with the equation, </a:t>
            </a:r>
            <a:r>
              <a:rPr lang="en-US" sz="1800">
                <a:latin typeface="Cambria Math"/>
                <a:ea typeface="Cambria Math"/>
                <a:cs typeface="Cambria Math"/>
                <a:sym typeface="Cambria Math"/>
              </a:rPr>
              <a:t>y = -5x - 20</a:t>
            </a:r>
            <a:r>
              <a:rPr lang="en-US" sz="1800"/>
              <a:t>, starts from where it cuts the y-axis and ends at where it cuts the x-axis. Find the first 8 pixels using the Midpoint Line Drawing Algorithm.</a:t>
            </a:r>
            <a:endParaRPr sz="1800"/>
          </a:p>
          <a:p>
            <a:pPr indent="0" lvl="0" marL="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just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lang="en-US" sz="1800"/>
              <a:t>Note</a:t>
            </a:r>
            <a:r>
              <a:rPr lang="en-US" sz="1800"/>
              <a:t>: </a:t>
            </a:r>
            <a:r>
              <a:rPr i="1" lang="en-US" sz="1900">
                <a:solidFill>
                  <a:srgbClr val="0000FF"/>
                </a:solidFill>
              </a:rPr>
              <a:t>Always </a:t>
            </a:r>
            <a:r>
              <a:rPr b="1" i="1" lang="en-US" sz="1900">
                <a:solidFill>
                  <a:srgbClr val="0000FF"/>
                </a:solidFill>
              </a:rPr>
              <a:t>check the zone</a:t>
            </a:r>
            <a:r>
              <a:rPr i="1" lang="en-US" sz="1900">
                <a:solidFill>
                  <a:srgbClr val="0000FF"/>
                </a:solidFill>
              </a:rPr>
              <a:t> first while solving MPL problems. (Check the Sample Solution)</a:t>
            </a:r>
            <a:endParaRPr i="1" sz="1900">
              <a:solidFill>
                <a:srgbClr val="0000FF"/>
              </a:solidFill>
            </a:endParaRPr>
          </a:p>
        </p:txBody>
      </p:sp>
      <p:sp>
        <p:nvSpPr>
          <p:cNvPr id="1091" name="Google Shape;1091;g3892e5b8de4_0_35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983fa83b12_6_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</a:t>
            </a:r>
            <a:endParaRPr/>
          </a:p>
        </p:txBody>
      </p:sp>
      <p:sp>
        <p:nvSpPr>
          <p:cNvPr id="1098" name="Google Shape;1098;g3983fa83b12_6_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Computer Graphics: Principles and Practice: John F. Hughes, James D. Foley, Andries van Dam, Steven K. Feiner (2nd Edition)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/>
              <a:t>Chapter: 3.2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g3983fa83b12_6_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2006-08-11T09:25:18Z</dcterms:created>
  <dc:creator>Brian Mac Namee</dc:creator>
</cp:coreProperties>
</file>
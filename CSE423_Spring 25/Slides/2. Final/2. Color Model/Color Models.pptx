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5143500" cx="9144000"/>
  <p:notesSz cx="6858000" cy="9144000"/>
  <p:embeddedFontLst>
    <p:embeddedFont>
      <p:font typeface="Arial Narrow"/>
      <p:regular r:id="rId38"/>
      <p:bold r:id="rId39"/>
      <p:italic r:id="rId40"/>
      <p:boldItalic r:id="rId41"/>
    </p:embeddedFont>
    <p:embeddedFont>
      <p:font typeface="Average"/>
      <p:regular r:id="rId42"/>
    </p:embeddedFont>
    <p:embeddedFont>
      <p:font typeface="Oswald"/>
      <p:regular r:id="rId43"/>
      <p:bold r:id="rId4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19">
          <p15:clr>
            <a:srgbClr val="000000"/>
          </p15:clr>
        </p15:guide>
        <p15:guide id="2" pos="2455">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406152A-5AD5-457F-86AB-A638D3B05648}">
  <a:tblStyle styleId="{1406152A-5AD5-457F-86AB-A638D3B05648}"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19" orient="horz"/>
        <p:guide pos="2455"/>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ArialNarrow-italic.fntdata"/><Relationship Id="rId20" Type="http://schemas.openxmlformats.org/officeDocument/2006/relationships/slide" Target="slides/slide14.xml"/><Relationship Id="rId42" Type="http://schemas.openxmlformats.org/officeDocument/2006/relationships/font" Target="fonts/Average-regular.fntdata"/><Relationship Id="rId41" Type="http://schemas.openxmlformats.org/officeDocument/2006/relationships/font" Target="fonts/ArialNarrow-boldItalic.fntdata"/><Relationship Id="rId22" Type="http://schemas.openxmlformats.org/officeDocument/2006/relationships/slide" Target="slides/slide16.xml"/><Relationship Id="rId44" Type="http://schemas.openxmlformats.org/officeDocument/2006/relationships/font" Target="fonts/Oswald-bold.fntdata"/><Relationship Id="rId21" Type="http://schemas.openxmlformats.org/officeDocument/2006/relationships/slide" Target="slides/slide15.xml"/><Relationship Id="rId43" Type="http://schemas.openxmlformats.org/officeDocument/2006/relationships/font" Target="fonts/Oswald-regular.fnt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ArialNarrow-bold.fntdata"/><Relationship Id="rId16" Type="http://schemas.openxmlformats.org/officeDocument/2006/relationships/slide" Target="slides/slide10.xml"/><Relationship Id="rId38" Type="http://schemas.openxmlformats.org/officeDocument/2006/relationships/font" Target="fonts/ArialNarrow-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sciencedirect.com/science/article/abs/pii/S0045790615002827"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1e570970e3_0_8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0" name="Google Shape;160;g31e570970e3_0_8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g31e570970e3_0_87: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1e570970e3_0_1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71" name="Google Shape;171;g31e570970e3_0_17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2" name="Google Shape;172;g31e570970e3_0_178: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1e570970e3_0_2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81" name="Google Shape;181;g31e570970e3_0_2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2" name="Google Shape;182;g31e570970e3_0_242: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4f0b56ab3a_2_3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91" name="Google Shape;191;g34f0b56ab3a_2_3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 name="Google Shape;192;g34f0b56ab3a_2_318: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4f0b56ab3a_2_9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00" name="Google Shape;200;g34f0b56ab3a_2_9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g34f0b56ab3a_2_917: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4f0b56ab3a_2_3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10" name="Google Shape;210;g34f0b56ab3a_2_3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g34f0b56ab3a_2_310: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4f0b56ab3a_2_9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19" name="Google Shape;219;g34f0b56ab3a_2_9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g34f0b56ab3a_2_930: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1e570970e3_0_2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28" name="Google Shape;228;g31e570970e3_0_2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9" name="Google Shape;229;g31e570970e3_0_252: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1e570970e3_0_2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39" name="Google Shape;239;g31e570970e3_0_2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 name="Google Shape;240;g31e570970e3_0_264: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1e570970e3_2_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51" name="Google Shape;251;g31e570970e3_2_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2" name="Google Shape;252;g31e570970e3_2_4: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1e570970e3_2_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60" name="Google Shape;260;g31e570970e3_2_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g31e570970e3_2_13: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1e570970e3_2_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71" name="Google Shape;271;g31e570970e3_2_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2" name="Google Shape;272;g31e570970e3_2_25: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1e570970e3_2_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83" name="Google Shape;283;g31e570970e3_2_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4" name="Google Shape;284;g31e570970e3_2_40: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23f5061d74_0_1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93" name="Google Shape;293;g323f5061d74_0_10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4" name="Google Shape;294;g323f5061d74_0_105: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1e570970e3_2_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02" name="Google Shape;302;g31e570970e3_2_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3" name="Google Shape;303;g31e570970e3_2_60: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23f5061d74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12" name="Google Shape;312;g323f5061d74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https://programmingdesignsystems.com/color/color-models-and-color-spaces/index.html</a:t>
            </a:r>
            <a:endParaRPr/>
          </a:p>
        </p:txBody>
      </p:sp>
      <p:sp>
        <p:nvSpPr>
          <p:cNvPr id="313" name="Google Shape;313;g323f5061d74_0_0: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23f5061d74_0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24" name="Google Shape;324;g323f5061d74_0_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5" name="Google Shape;325;g323f5061d74_0_12: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23f5061d74_0_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33" name="Google Shape;333;g323f5061d74_0_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4" name="Google Shape;334;g323f5061d74_0_23: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23f5061d74_0_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42" name="Google Shape;342;g323f5061d74_0_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Font typeface="Arial"/>
              <a:buNone/>
            </a:pPr>
            <a:r>
              <a:rPr lang="en-US" u="sng">
                <a:solidFill>
                  <a:schemeClr val="hlink"/>
                </a:solidFill>
                <a:hlinkClick r:id="rId2"/>
              </a:rPr>
              <a:t>https://www.sciencedirect.com/science/article/abs/pii/S0045790615002827</a:t>
            </a:r>
            <a:endParaRPr/>
          </a:p>
        </p:txBody>
      </p:sp>
      <p:sp>
        <p:nvSpPr>
          <p:cNvPr id="343" name="Google Shape;343;g323f5061d74_0_33: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23f5061d74_0_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52" name="Google Shape;352;g323f5061d74_0_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3" name="Google Shape;353;g323f5061d74_0_44: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23f5061d74_0_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62" name="Google Shape;362;g323f5061d74_0_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Arial"/>
              <a:buNone/>
            </a:pPr>
            <a:r>
              <a:rPr lang="en-US" sz="1200">
                <a:solidFill>
                  <a:schemeClr val="dk1"/>
                </a:solidFill>
              </a:rPr>
              <a:t>C: Represents the strongest (maximum) RGB component in the segment.</a:t>
            </a:r>
            <a:endParaRPr sz="1200">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US" sz="1200">
                <a:solidFill>
                  <a:schemeClr val="dk1"/>
                </a:solidFill>
              </a:rPr>
              <a:t>X: Represents the secondary color intensity (from blending the two adjacent hues).</a:t>
            </a:r>
            <a:endParaRPr sz="1200">
              <a:solidFill>
                <a:schemeClr val="dk1"/>
              </a:solidFill>
            </a:endParaRPr>
          </a:p>
          <a:p>
            <a:pPr indent="0" lvl="0" marL="0" rtl="0" algn="l">
              <a:lnSpc>
                <a:spcPct val="100000"/>
              </a:lnSpc>
              <a:spcBef>
                <a:spcPts val="0"/>
              </a:spcBef>
              <a:spcAft>
                <a:spcPts val="0"/>
              </a:spcAft>
              <a:buClr>
                <a:schemeClr val="dk1"/>
              </a:buClr>
              <a:buSzPts val="1400"/>
              <a:buFont typeface="Arial"/>
              <a:buNone/>
            </a:pPr>
            <a:r>
              <a:rPr lang="en-US" sz="1200">
                <a:solidFill>
                  <a:schemeClr val="dk1"/>
                </a:solidFill>
              </a:rPr>
              <a:t>0: Represents the weakest RGB component in the segment.</a:t>
            </a:r>
            <a:endParaRPr sz="1200"/>
          </a:p>
          <a:p>
            <a:pPr indent="0" lvl="0" marL="0" rtl="0" algn="l">
              <a:lnSpc>
                <a:spcPct val="100000"/>
              </a:lnSpc>
              <a:spcBef>
                <a:spcPts val="0"/>
              </a:spcBef>
              <a:spcAft>
                <a:spcPts val="0"/>
              </a:spcAft>
              <a:buSzPts val="1400"/>
              <a:buNone/>
            </a:pPr>
            <a:r>
              <a:t/>
            </a:r>
            <a:endParaRPr sz="1200"/>
          </a:p>
        </p:txBody>
      </p:sp>
      <p:sp>
        <p:nvSpPr>
          <p:cNvPr id="363" name="Google Shape;363;g323f5061d74_0_53: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23f5061d74_0_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74" name="Google Shape;374;g323f5061d74_0_8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5" name="Google Shape;375;g323f5061d74_0_88: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23f5061d74_0_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84" name="Google Shape;384;g323f5061d74_0_9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5" name="Google Shape;385;g323f5061d74_0_96: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323f5061d74_0_1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94" name="Google Shape;394;g323f5061d74_0_1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5" name="Google Shape;395;g323f5061d74_0_115: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4f0b56ab3a_2_3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04" name="Google Shape;404;g34f0b56ab3a_2_30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5" name="Google Shape;405;g34f0b56ab3a_2_300: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23f5061d74_0_1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15" name="Google Shape;415;g323f5061d74_0_1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g323f5061d74_0_126: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323f5061d74_0_1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25" name="Google Shape;425;g323f5061d74_0_1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g323f5061d74_0_138: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23f5061d74_0_1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35" name="Google Shape;435;g323f5061d74_0_1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g323f5061d74_0_147: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4ebfba9f69_0_2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5" name="Google Shape;445;g34ebfba9f69_0_2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ab03aa5500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ab03aa5500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3" name="Google Shape;453;g3ab03aa5500_0_0:notes"/>
          <p:cNvSpPr txBox="1"/>
          <p:nvPr>
            <p:ph idx="12" type="sldNum"/>
          </p:nvPr>
        </p:nvSpPr>
        <p:spPr>
          <a:xfrm>
            <a:off x="3884612" y="8685212"/>
            <a:ext cx="29718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sz="1400"/>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4f0b56ab3a_3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460" name="Google Shape;460;g34f0b56ab3a_3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g34f0b56ab3a_3_0:notes"/>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sz="14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7" name="Google Shape;17;p2"/>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8" name="Google Shape;18;p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 name="Google Shape;19;p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0" name="Google Shape;20;p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1" name="Google Shape;21;p2"/>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22" name="Google Shape;22;p2"/>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23" name="Google Shape;23;p2"/>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6" name="Google Shape;26;p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7" name="Google Shape;27;p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Google Shape;28;p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9" name="Google Shape;29;p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30" name="Google Shape;30;p3"/>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31" name="Google Shape;31;p3"/>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32" name="Google Shape;32;p3"/>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4"/>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5" name="Google Shape;35;p4"/>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36" name="Google Shape;36;p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7" name="Google Shape;37;p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8" name="Google Shape;38;p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39" name="Google Shape;39;p4"/>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40" name="Google Shape;40;p4"/>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41" name="Google Shape;41;p4"/>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4" name="Google Shape;44;p5"/>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5" name="Google Shape;45;p5"/>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6" name="Google Shape;46;p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7" name="Google Shape;47;p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Google Shape;48;p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49" name="Google Shape;49;p5"/>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50" name="Google Shape;50;p5"/>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51" name="Google Shape;51;p5"/>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2" name="Shape 52"/>
        <p:cNvGrpSpPr/>
        <p:nvPr/>
      </p:nvGrpSpPr>
      <p:grpSpPr>
        <a:xfrm>
          <a:off x="0" y="0"/>
          <a:ext cx="0" cy="0"/>
          <a:chOff x="0" y="0"/>
          <a:chExt cx="0" cy="0"/>
        </a:xfrm>
      </p:grpSpPr>
      <p:sp>
        <p:nvSpPr>
          <p:cNvPr id="53" name="Google Shape;53;p6"/>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4" name="Google Shape;54;p6"/>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55" name="Google Shape;55;p6"/>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6" name="Google Shape;56;p6"/>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57" name="Google Shape;57;p6"/>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8" name="Google Shape;58;p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Google Shape;59;p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Google Shape;60;p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61" name="Google Shape;61;p6"/>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62" name="Google Shape;62;p6"/>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63" name="Google Shape;63;p6"/>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4" name="Shape 64"/>
        <p:cNvGrpSpPr/>
        <p:nvPr/>
      </p:nvGrpSpPr>
      <p:grpSpPr>
        <a:xfrm>
          <a:off x="0" y="0"/>
          <a:ext cx="0" cy="0"/>
          <a:chOff x="0" y="0"/>
          <a:chExt cx="0" cy="0"/>
        </a:xfrm>
      </p:grpSpPr>
      <p:sp>
        <p:nvSpPr>
          <p:cNvPr id="65" name="Google Shape;65;p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6" name="Google Shape;66;p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Google Shape;67;p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8" name="Google Shape;68;p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69" name="Google Shape;69;p7"/>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70" name="Google Shape;70;p7"/>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71" name="Google Shape;71;p7"/>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2" name="Shape 72"/>
        <p:cNvGrpSpPr/>
        <p:nvPr/>
      </p:nvGrpSpPr>
      <p:grpSpPr>
        <a:xfrm>
          <a:off x="0" y="0"/>
          <a:ext cx="0" cy="0"/>
          <a:chOff x="0" y="0"/>
          <a:chExt cx="0" cy="0"/>
        </a:xfrm>
      </p:grpSpPr>
      <p:sp>
        <p:nvSpPr>
          <p:cNvPr id="73" name="Google Shape;73;p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4" name="Google Shape;74;p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5" name="Google Shape;75;p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76" name="Google Shape;76;p8"/>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77" name="Google Shape;77;p8"/>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78" name="Google Shape;78;p8"/>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9" name="Shape 79"/>
        <p:cNvGrpSpPr/>
        <p:nvPr/>
      </p:nvGrpSpPr>
      <p:grpSpPr>
        <a:xfrm>
          <a:off x="0" y="0"/>
          <a:ext cx="0" cy="0"/>
          <a:chOff x="0" y="0"/>
          <a:chExt cx="0" cy="0"/>
        </a:xfrm>
      </p:grpSpPr>
      <p:sp>
        <p:nvSpPr>
          <p:cNvPr id="80" name="Google Shape;80;p9"/>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1" name="Google Shape;81;p9"/>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82" name="Google Shape;82;p9"/>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83" name="Google Shape;83;p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5" name="Google Shape;85;p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86" name="Google Shape;86;p9"/>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87" name="Google Shape;87;p9"/>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88" name="Google Shape;88;p9"/>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9" name="Shape 89"/>
        <p:cNvGrpSpPr/>
        <p:nvPr/>
      </p:nvGrpSpPr>
      <p:grpSpPr>
        <a:xfrm>
          <a:off x="0" y="0"/>
          <a:ext cx="0" cy="0"/>
          <a:chOff x="0" y="0"/>
          <a:chExt cx="0" cy="0"/>
        </a:xfrm>
      </p:grpSpPr>
      <p:sp>
        <p:nvSpPr>
          <p:cNvPr id="90" name="Google Shape;90;p10"/>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1" name="Google Shape;91;p10"/>
          <p:cNvSpPr/>
          <p:nvPr>
            <p:ph idx="2" type="pic"/>
          </p:nvPr>
        </p:nvSpPr>
        <p:spPr>
          <a:xfrm>
            <a:off x="3887391" y="740569"/>
            <a:ext cx="4629300" cy="3655200"/>
          </a:xfrm>
          <a:prstGeom prst="rect">
            <a:avLst/>
          </a:prstGeom>
          <a:noFill/>
          <a:ln>
            <a:noFill/>
          </a:ln>
        </p:spPr>
      </p:sp>
      <p:sp>
        <p:nvSpPr>
          <p:cNvPr id="92" name="Google Shape;92;p10"/>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93" name="Google Shape;93;p1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1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5" name="Google Shape;95;p1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96" name="Google Shape;96;p10"/>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97" name="Google Shape;97;p10"/>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98" name="Google Shape;98;p10"/>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9" name="Shape 99"/>
        <p:cNvGrpSpPr/>
        <p:nvPr/>
      </p:nvGrpSpPr>
      <p:grpSpPr>
        <a:xfrm>
          <a:off x="0" y="0"/>
          <a:ext cx="0" cy="0"/>
          <a:chOff x="0" y="0"/>
          <a:chExt cx="0" cy="0"/>
        </a:xfrm>
      </p:grpSpPr>
      <p:sp>
        <p:nvSpPr>
          <p:cNvPr id="100" name="Google Shape;100;p1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11"/>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02" name="Google Shape;102;p1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3" name="Google Shape;103;p1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1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05" name="Google Shape;105;p11"/>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106" name="Google Shape;106;p11"/>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107" name="Google Shape;107;p11"/>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8" name="Shape 108"/>
        <p:cNvGrpSpPr/>
        <p:nvPr/>
      </p:nvGrpSpPr>
      <p:grpSpPr>
        <a:xfrm>
          <a:off x="0" y="0"/>
          <a:ext cx="0" cy="0"/>
          <a:chOff x="0" y="0"/>
          <a:chExt cx="0" cy="0"/>
        </a:xfrm>
      </p:grpSpPr>
      <p:sp>
        <p:nvSpPr>
          <p:cNvPr id="109" name="Google Shape;109;p12"/>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0" name="Google Shape;110;p12"/>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1" name="Google Shape;111;p1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1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3" name="Google Shape;113;p1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14" name="Google Shape;114;p12"/>
          <p:cNvPicPr preferRelativeResize="0"/>
          <p:nvPr/>
        </p:nvPicPr>
        <p:blipFill rotWithShape="1">
          <a:blip r:embed="rId2">
            <a:alphaModFix/>
          </a:blip>
          <a:srcRect b="0" l="0" r="0" t="0"/>
          <a:stretch/>
        </p:blipFill>
        <p:spPr>
          <a:xfrm>
            <a:off x="6946085" y="3096103"/>
            <a:ext cx="2200015" cy="2062351"/>
          </a:xfrm>
          <a:prstGeom prst="rect">
            <a:avLst/>
          </a:prstGeom>
          <a:noFill/>
          <a:ln>
            <a:noFill/>
          </a:ln>
        </p:spPr>
      </p:pic>
      <p:pic>
        <p:nvPicPr>
          <p:cNvPr id="115" name="Google Shape;115;p12"/>
          <p:cNvPicPr preferRelativeResize="0"/>
          <p:nvPr/>
        </p:nvPicPr>
        <p:blipFill rotWithShape="1">
          <a:blip r:embed="rId3">
            <a:alphaModFix/>
          </a:blip>
          <a:srcRect b="0" l="0" r="0" t="0"/>
          <a:stretch/>
        </p:blipFill>
        <p:spPr>
          <a:xfrm>
            <a:off x="10486" y="4511180"/>
            <a:ext cx="649506" cy="647274"/>
          </a:xfrm>
          <a:prstGeom prst="rect">
            <a:avLst/>
          </a:prstGeom>
          <a:noFill/>
          <a:ln>
            <a:noFill/>
          </a:ln>
        </p:spPr>
      </p:pic>
      <p:pic>
        <p:nvPicPr>
          <p:cNvPr id="116" name="Google Shape;116;p12"/>
          <p:cNvPicPr preferRelativeResize="0"/>
          <p:nvPr/>
        </p:nvPicPr>
        <p:blipFill rotWithShape="1">
          <a:blip r:embed="rId4">
            <a:alphaModFix/>
          </a:blip>
          <a:srcRect b="0" l="0" r="0" t="0"/>
          <a:stretch/>
        </p:blipFill>
        <p:spPr>
          <a:xfrm>
            <a:off x="8355435" y="75501"/>
            <a:ext cx="677412" cy="648418"/>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showMasterSp="0">
  <p:cSld name="OBJECT_1">
    <p:bg>
      <p:bgPr>
        <a:solidFill>
          <a:schemeClr val="lt1"/>
        </a:solidFill>
      </p:bgPr>
    </p:bg>
    <p:spTree>
      <p:nvGrpSpPr>
        <p:cNvPr id="117" name="Shape 117"/>
        <p:cNvGrpSpPr/>
        <p:nvPr/>
      </p:nvGrpSpPr>
      <p:grpSpPr>
        <a:xfrm>
          <a:off x="0" y="0"/>
          <a:ext cx="0" cy="0"/>
          <a:chOff x="0" y="0"/>
          <a:chExt cx="0" cy="0"/>
        </a:xfrm>
      </p:grpSpPr>
      <p:pic>
        <p:nvPicPr>
          <p:cNvPr id="118" name="Google Shape;118;p13"/>
          <p:cNvPicPr preferRelativeResize="0"/>
          <p:nvPr/>
        </p:nvPicPr>
        <p:blipFill rotWithShape="1">
          <a:blip r:embed="rId2">
            <a:alphaModFix/>
          </a:blip>
          <a:srcRect b="0" l="0" r="0" t="0"/>
          <a:stretch/>
        </p:blipFill>
        <p:spPr>
          <a:xfrm>
            <a:off x="125729" y="4551425"/>
            <a:ext cx="585216" cy="538353"/>
          </a:xfrm>
          <a:prstGeom prst="rect">
            <a:avLst/>
          </a:prstGeom>
          <a:noFill/>
          <a:ln>
            <a:noFill/>
          </a:ln>
        </p:spPr>
      </p:pic>
      <p:pic>
        <p:nvPicPr>
          <p:cNvPr id="119" name="Google Shape;119;p13"/>
          <p:cNvPicPr preferRelativeResize="0"/>
          <p:nvPr/>
        </p:nvPicPr>
        <p:blipFill rotWithShape="1">
          <a:blip r:embed="rId3">
            <a:alphaModFix/>
          </a:blip>
          <a:srcRect b="0" l="0" r="0" t="0"/>
          <a:stretch/>
        </p:blipFill>
        <p:spPr>
          <a:xfrm>
            <a:off x="1106464" y="2205990"/>
            <a:ext cx="7253398" cy="428625"/>
          </a:xfrm>
          <a:prstGeom prst="rect">
            <a:avLst/>
          </a:prstGeom>
          <a:noFill/>
          <a:ln>
            <a:noFill/>
          </a:ln>
        </p:spPr>
      </p:pic>
      <p:sp>
        <p:nvSpPr>
          <p:cNvPr id="120" name="Google Shape;120;p13"/>
          <p:cNvSpPr txBox="1"/>
          <p:nvPr>
            <p:ph type="title"/>
          </p:nvPr>
        </p:nvSpPr>
        <p:spPr>
          <a:xfrm>
            <a:off x="774382" y="2096071"/>
            <a:ext cx="7595400" cy="5334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100"/>
              <a:buNone/>
              <a:defRPr b="1" i="0" sz="3400">
                <a:solidFill>
                  <a:srgbClr val="2E5496"/>
                </a:solidFill>
                <a:latin typeface="Times New Roman"/>
                <a:ea typeface="Times New Roman"/>
                <a:cs typeface="Times New Roman"/>
                <a:sym typeface="Times New Roman"/>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1" name="Google Shape;121;p13"/>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2" name="Google Shape;122;p13"/>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3" name="Google Shape;123;p13"/>
          <p:cNvSpPr txBox="1"/>
          <p:nvPr>
            <p:ph idx="12" type="sldNum"/>
          </p:nvPr>
        </p:nvSpPr>
        <p:spPr>
          <a:xfrm>
            <a:off x="6583680" y="4783455"/>
            <a:ext cx="2103000" cy="2154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Title and Content">
    <p:spTree>
      <p:nvGrpSpPr>
        <p:cNvPr id="124" name="Shape 124"/>
        <p:cNvGrpSpPr/>
        <p:nvPr/>
      </p:nvGrpSpPr>
      <p:grpSpPr>
        <a:xfrm>
          <a:off x="0" y="0"/>
          <a:ext cx="0" cy="0"/>
          <a:chOff x="0" y="0"/>
          <a:chExt cx="0" cy="0"/>
        </a:xfrm>
      </p:grpSpPr>
      <p:sp>
        <p:nvSpPr>
          <p:cNvPr id="125" name="Google Shape;125;p14"/>
          <p:cNvSpPr txBox="1"/>
          <p:nvPr>
            <p:ph type="title"/>
          </p:nvPr>
        </p:nvSpPr>
        <p:spPr>
          <a:xfrm>
            <a:off x="774382" y="2096071"/>
            <a:ext cx="7595400" cy="5334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100"/>
              <a:buNone/>
              <a:defRPr b="1" i="0" sz="3400">
                <a:solidFill>
                  <a:srgbClr val="2E5496"/>
                </a:solidFill>
                <a:latin typeface="Times New Roman"/>
                <a:ea typeface="Times New Roman"/>
                <a:cs typeface="Times New Roman"/>
                <a:sym typeface="Times New Roman"/>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6" name="Google Shape;126;p14"/>
          <p:cNvSpPr txBox="1"/>
          <p:nvPr>
            <p:ph idx="1" type="body"/>
          </p:nvPr>
        </p:nvSpPr>
        <p:spPr>
          <a:xfrm>
            <a:off x="687704" y="1351979"/>
            <a:ext cx="7768500" cy="171930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100"/>
              <a:buNone/>
              <a:defRPr b="0" i="0">
                <a:solidFill>
                  <a:schemeClr val="dk1"/>
                </a:solidFill>
              </a:defRPr>
            </a:lvl1pPr>
            <a:lvl2pPr indent="-228600" lvl="1" marL="914400" algn="l">
              <a:lnSpc>
                <a:spcPct val="100000"/>
              </a:lnSpc>
              <a:spcBef>
                <a:spcPts val="0"/>
              </a:spcBef>
              <a:spcAft>
                <a:spcPts val="0"/>
              </a:spcAft>
              <a:buSzPts val="1100"/>
              <a:buNone/>
              <a:defRPr/>
            </a:lvl2pPr>
            <a:lvl3pPr indent="-228600" lvl="2" marL="1371600" algn="l">
              <a:lnSpc>
                <a:spcPct val="100000"/>
              </a:lnSpc>
              <a:spcBef>
                <a:spcPts val="0"/>
              </a:spcBef>
              <a:spcAft>
                <a:spcPts val="0"/>
              </a:spcAft>
              <a:buSzPts val="1100"/>
              <a:buNone/>
              <a:defRPr/>
            </a:lvl3pPr>
            <a:lvl4pPr indent="-228600" lvl="3" marL="1828800" algn="l">
              <a:lnSpc>
                <a:spcPct val="100000"/>
              </a:lnSpc>
              <a:spcBef>
                <a:spcPts val="0"/>
              </a:spcBef>
              <a:spcAft>
                <a:spcPts val="0"/>
              </a:spcAft>
              <a:buSzPts val="1100"/>
              <a:buNone/>
              <a:defRPr/>
            </a:lvl4pPr>
            <a:lvl5pPr indent="-228600" lvl="4" marL="2286000" algn="l">
              <a:lnSpc>
                <a:spcPct val="100000"/>
              </a:lnSpc>
              <a:spcBef>
                <a:spcPts val="0"/>
              </a:spcBef>
              <a:spcAft>
                <a:spcPts val="0"/>
              </a:spcAft>
              <a:buSzPts val="1100"/>
              <a:buNone/>
              <a:defRPr/>
            </a:lvl5pPr>
            <a:lvl6pPr indent="-228600" lvl="5" marL="2743200" algn="l">
              <a:lnSpc>
                <a:spcPct val="100000"/>
              </a:lnSpc>
              <a:spcBef>
                <a:spcPts val="0"/>
              </a:spcBef>
              <a:spcAft>
                <a:spcPts val="0"/>
              </a:spcAft>
              <a:buSzPts val="1100"/>
              <a:buNone/>
              <a:defRPr/>
            </a:lvl6pPr>
            <a:lvl7pPr indent="-228600" lvl="6" marL="3200400" algn="l">
              <a:lnSpc>
                <a:spcPct val="100000"/>
              </a:lnSpc>
              <a:spcBef>
                <a:spcPts val="0"/>
              </a:spcBef>
              <a:spcAft>
                <a:spcPts val="0"/>
              </a:spcAft>
              <a:buSzPts val="1100"/>
              <a:buNone/>
              <a:defRPr/>
            </a:lvl7pPr>
            <a:lvl8pPr indent="-228600" lvl="7" marL="3657600" algn="l">
              <a:lnSpc>
                <a:spcPct val="100000"/>
              </a:lnSpc>
              <a:spcBef>
                <a:spcPts val="0"/>
              </a:spcBef>
              <a:spcAft>
                <a:spcPts val="0"/>
              </a:spcAft>
              <a:buSzPts val="1100"/>
              <a:buNone/>
              <a:defRPr/>
            </a:lvl8pPr>
            <a:lvl9pPr indent="-228600" lvl="8" marL="4114800" algn="l">
              <a:lnSpc>
                <a:spcPct val="100000"/>
              </a:lnSpc>
              <a:spcBef>
                <a:spcPts val="0"/>
              </a:spcBef>
              <a:spcAft>
                <a:spcPts val="0"/>
              </a:spcAft>
              <a:buSzPts val="1100"/>
              <a:buNone/>
              <a:defRPr/>
            </a:lvl9pPr>
          </a:lstStyle>
          <a:p/>
        </p:txBody>
      </p:sp>
      <p:sp>
        <p:nvSpPr>
          <p:cNvPr id="127" name="Google Shape;127;p14"/>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8" name="Google Shape;128;p14"/>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9" name="Google Shape;129;p14"/>
          <p:cNvSpPr txBox="1"/>
          <p:nvPr>
            <p:ph idx="12" type="sldNum"/>
          </p:nvPr>
        </p:nvSpPr>
        <p:spPr>
          <a:xfrm>
            <a:off x="6583680" y="4783455"/>
            <a:ext cx="2103000" cy="2154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 Slide">
    <p:spTree>
      <p:nvGrpSpPr>
        <p:cNvPr id="130" name="Shape 130"/>
        <p:cNvGrpSpPr/>
        <p:nvPr/>
      </p:nvGrpSpPr>
      <p:grpSpPr>
        <a:xfrm>
          <a:off x="0" y="0"/>
          <a:ext cx="0" cy="0"/>
          <a:chOff x="0" y="0"/>
          <a:chExt cx="0" cy="0"/>
        </a:xfrm>
      </p:grpSpPr>
      <p:sp>
        <p:nvSpPr>
          <p:cNvPr id="131" name="Google Shape;131;p15"/>
          <p:cNvSpPr txBox="1"/>
          <p:nvPr>
            <p:ph type="ctrTitle"/>
          </p:nvPr>
        </p:nvSpPr>
        <p:spPr>
          <a:xfrm>
            <a:off x="685800" y="1594485"/>
            <a:ext cx="7772400" cy="10803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2" name="Google Shape;132;p15"/>
          <p:cNvSpPr txBox="1"/>
          <p:nvPr>
            <p:ph idx="1" type="subTitle"/>
          </p:nvPr>
        </p:nvSpPr>
        <p:spPr>
          <a:xfrm>
            <a:off x="1371600" y="2880360"/>
            <a:ext cx="6400800" cy="12858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3" name="Google Shape;133;p15"/>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4" name="Google Shape;134;p15"/>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5" name="Google Shape;135;p15"/>
          <p:cNvSpPr txBox="1"/>
          <p:nvPr>
            <p:ph idx="12" type="sldNum"/>
          </p:nvPr>
        </p:nvSpPr>
        <p:spPr>
          <a:xfrm>
            <a:off x="6583680" y="4783455"/>
            <a:ext cx="2103000" cy="2154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136" name="Shape 136"/>
        <p:cNvGrpSpPr/>
        <p:nvPr/>
      </p:nvGrpSpPr>
      <p:grpSpPr>
        <a:xfrm>
          <a:off x="0" y="0"/>
          <a:ext cx="0" cy="0"/>
          <a:chOff x="0" y="0"/>
          <a:chExt cx="0" cy="0"/>
        </a:xfrm>
      </p:grpSpPr>
      <p:sp>
        <p:nvSpPr>
          <p:cNvPr id="137" name="Google Shape;137;p16"/>
          <p:cNvSpPr txBox="1"/>
          <p:nvPr>
            <p:ph idx="11" type="ftr"/>
          </p:nvPr>
        </p:nvSpPr>
        <p:spPr>
          <a:xfrm>
            <a:off x="3108960" y="4783455"/>
            <a:ext cx="2926200" cy="2571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8" name="Google Shape;138;p16"/>
          <p:cNvSpPr txBox="1"/>
          <p:nvPr>
            <p:ph idx="10" type="dt"/>
          </p:nvPr>
        </p:nvSpPr>
        <p:spPr>
          <a:xfrm>
            <a:off x="457200" y="4783455"/>
            <a:ext cx="2103000" cy="2571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100"/>
              <a:buNone/>
              <a:defRPr>
                <a:solidFill>
                  <a:srgbClr val="888888"/>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9" name="Google Shape;139;p16"/>
          <p:cNvSpPr txBox="1"/>
          <p:nvPr>
            <p:ph idx="12" type="sldNum"/>
          </p:nvPr>
        </p:nvSpPr>
        <p:spPr>
          <a:xfrm>
            <a:off x="6583680" y="4783455"/>
            <a:ext cx="2103000" cy="2154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2">
  <p:cSld name="OBJECT_2">
    <p:spTree>
      <p:nvGrpSpPr>
        <p:cNvPr id="140" name="Shape 140"/>
        <p:cNvGrpSpPr/>
        <p:nvPr/>
      </p:nvGrpSpPr>
      <p:grpSpPr>
        <a:xfrm>
          <a:off x="0" y="0"/>
          <a:ext cx="0" cy="0"/>
          <a:chOff x="0" y="0"/>
          <a:chExt cx="0" cy="0"/>
        </a:xfrm>
      </p:grpSpPr>
      <p:sp>
        <p:nvSpPr>
          <p:cNvPr id="141" name="Google Shape;141;p17"/>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2" name="Google Shape;142;p17"/>
          <p:cNvSpPr txBox="1"/>
          <p:nvPr>
            <p:ph idx="1" type="body"/>
          </p:nvPr>
        </p:nvSpPr>
        <p:spPr>
          <a:xfrm>
            <a:off x="457200" y="1200150"/>
            <a:ext cx="8229600" cy="3394500"/>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300"/>
              </a:spcBef>
              <a:spcAft>
                <a:spcPts val="0"/>
              </a:spcAft>
              <a:buClr>
                <a:schemeClr val="dk1"/>
              </a:buClr>
              <a:buSzPts val="1400"/>
              <a:buNone/>
              <a:defRPr/>
            </a:lvl1pPr>
            <a:lvl2pPr indent="-228600" lvl="1" marL="914400" algn="l">
              <a:lnSpc>
                <a:spcPct val="100000"/>
              </a:lnSpc>
              <a:spcBef>
                <a:spcPts val="300"/>
              </a:spcBef>
              <a:spcAft>
                <a:spcPts val="0"/>
              </a:spcAft>
              <a:buClr>
                <a:schemeClr val="dk1"/>
              </a:buClr>
              <a:buSzPts val="1400"/>
              <a:buNone/>
              <a:defRPr/>
            </a:lvl2pPr>
            <a:lvl3pPr indent="-228600" lvl="2" marL="1371600" algn="l">
              <a:lnSpc>
                <a:spcPct val="100000"/>
              </a:lnSpc>
              <a:spcBef>
                <a:spcPts val="300"/>
              </a:spcBef>
              <a:spcAft>
                <a:spcPts val="0"/>
              </a:spcAft>
              <a:buClr>
                <a:schemeClr val="dk1"/>
              </a:buClr>
              <a:buSzPts val="1400"/>
              <a:buNone/>
              <a:defRPr/>
            </a:lvl3pPr>
            <a:lvl4pPr indent="-228600" lvl="3" marL="1828800" algn="l">
              <a:lnSpc>
                <a:spcPct val="100000"/>
              </a:lnSpc>
              <a:spcBef>
                <a:spcPts val="300"/>
              </a:spcBef>
              <a:spcAft>
                <a:spcPts val="0"/>
              </a:spcAft>
              <a:buClr>
                <a:schemeClr val="dk1"/>
              </a:buClr>
              <a:buSzPts val="1400"/>
              <a:buNone/>
              <a:defRPr/>
            </a:lvl4pPr>
            <a:lvl5pPr indent="-228600" lvl="4" marL="2286000" algn="l">
              <a:lnSpc>
                <a:spcPct val="100000"/>
              </a:lnSpc>
              <a:spcBef>
                <a:spcPts val="300"/>
              </a:spcBef>
              <a:spcAft>
                <a:spcPts val="0"/>
              </a:spcAft>
              <a:buClr>
                <a:schemeClr val="dk1"/>
              </a:buClr>
              <a:buSzPts val="1400"/>
              <a:buNone/>
              <a:defRPr/>
            </a:lvl5pPr>
            <a:lvl6pPr indent="-228600" lvl="5" marL="2743200" algn="l">
              <a:lnSpc>
                <a:spcPct val="100000"/>
              </a:lnSpc>
              <a:spcBef>
                <a:spcPts val="300"/>
              </a:spcBef>
              <a:spcAft>
                <a:spcPts val="0"/>
              </a:spcAft>
              <a:buClr>
                <a:schemeClr val="dk1"/>
              </a:buClr>
              <a:buSzPts val="1400"/>
              <a:buNone/>
              <a:defRPr/>
            </a:lvl6pPr>
            <a:lvl7pPr indent="-228600" lvl="6" marL="3200400" algn="l">
              <a:lnSpc>
                <a:spcPct val="100000"/>
              </a:lnSpc>
              <a:spcBef>
                <a:spcPts val="300"/>
              </a:spcBef>
              <a:spcAft>
                <a:spcPts val="0"/>
              </a:spcAft>
              <a:buClr>
                <a:schemeClr val="dk1"/>
              </a:buClr>
              <a:buSzPts val="1400"/>
              <a:buNone/>
              <a:defRPr/>
            </a:lvl7pPr>
            <a:lvl8pPr indent="-228600" lvl="7" marL="3657600" algn="l">
              <a:lnSpc>
                <a:spcPct val="100000"/>
              </a:lnSpc>
              <a:spcBef>
                <a:spcPts val="300"/>
              </a:spcBef>
              <a:spcAft>
                <a:spcPts val="0"/>
              </a:spcAft>
              <a:buClr>
                <a:schemeClr val="dk1"/>
              </a:buClr>
              <a:buSzPts val="1400"/>
              <a:buNone/>
              <a:defRPr/>
            </a:lvl8pPr>
            <a:lvl9pPr indent="-228600" lvl="8" marL="4114800" algn="l">
              <a:lnSpc>
                <a:spcPct val="100000"/>
              </a:lnSpc>
              <a:spcBef>
                <a:spcPts val="300"/>
              </a:spcBef>
              <a:spcAft>
                <a:spcPts val="0"/>
              </a:spcAft>
              <a:buClr>
                <a:schemeClr val="dk1"/>
              </a:buClr>
              <a:buSzPts val="1400"/>
              <a:buNone/>
              <a:defRPr/>
            </a:lvl9pPr>
          </a:lstStyle>
          <a:p/>
        </p:txBody>
      </p:sp>
      <p:sp>
        <p:nvSpPr>
          <p:cNvPr id="143" name="Google Shape;143;p17"/>
          <p:cNvSpPr txBox="1"/>
          <p:nvPr>
            <p:ph idx="10" type="dt"/>
          </p:nvPr>
        </p:nvSpPr>
        <p:spPr>
          <a:xfrm>
            <a:off x="457200" y="4767263"/>
            <a:ext cx="2133600" cy="273900"/>
          </a:xfrm>
          <a:prstGeom prst="rect">
            <a:avLst/>
          </a:prstGeom>
          <a:noFill/>
          <a:ln>
            <a:noFill/>
          </a:ln>
        </p:spPr>
        <p:txBody>
          <a:bodyPr anchorCtr="0" anchor="ctr" bIns="34275" lIns="68575" spcFirstLastPara="1" rIns="68575" wrap="square" tIns="34275">
            <a:sp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4" name="Google Shape;144;p17"/>
          <p:cNvSpPr txBox="1"/>
          <p:nvPr>
            <p:ph idx="11" type="ftr"/>
          </p:nvPr>
        </p:nvSpPr>
        <p:spPr>
          <a:xfrm>
            <a:off x="3124200" y="4767263"/>
            <a:ext cx="2895600" cy="273900"/>
          </a:xfrm>
          <a:prstGeom prst="rect">
            <a:avLst/>
          </a:prstGeom>
          <a:noFill/>
          <a:ln>
            <a:noFill/>
          </a:ln>
        </p:spPr>
        <p:txBody>
          <a:bodyPr anchorCtr="0" anchor="ctr" bIns="34275" lIns="68575" spcFirstLastPara="1" rIns="68575" wrap="square" tIns="34275">
            <a:sp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5" name="Google Shape;145;p17"/>
          <p:cNvSpPr txBox="1"/>
          <p:nvPr>
            <p:ph idx="12" type="sldNum"/>
          </p:nvPr>
        </p:nvSpPr>
        <p:spPr>
          <a:xfrm>
            <a:off x="6553200" y="4767263"/>
            <a:ext cx="2133600" cy="284700"/>
          </a:xfrm>
          <a:prstGeom prst="rect">
            <a:avLst/>
          </a:prstGeom>
          <a:noFill/>
          <a:ln>
            <a:noFill/>
          </a:ln>
        </p:spPr>
        <p:txBody>
          <a:bodyPr anchorCtr="0" anchor="ctr" bIns="34275" lIns="68575" spcFirstLastPara="1" rIns="68575" wrap="square" tIns="34275">
            <a:sp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3">
  <p:cSld name="OBJECT_3">
    <p:spTree>
      <p:nvGrpSpPr>
        <p:cNvPr id="146" name="Shape 146"/>
        <p:cNvGrpSpPr/>
        <p:nvPr/>
      </p:nvGrpSpPr>
      <p:grpSpPr>
        <a:xfrm>
          <a:off x="0" y="0"/>
          <a:ext cx="0" cy="0"/>
          <a:chOff x="0" y="0"/>
          <a:chExt cx="0" cy="0"/>
        </a:xfrm>
      </p:grpSpPr>
      <p:sp>
        <p:nvSpPr>
          <p:cNvPr id="147" name="Google Shape;147;p18"/>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8" name="Google Shape;148;p18"/>
          <p:cNvSpPr txBox="1"/>
          <p:nvPr>
            <p:ph idx="1" type="body"/>
          </p:nvPr>
        </p:nvSpPr>
        <p:spPr>
          <a:xfrm>
            <a:off x="457200" y="1200150"/>
            <a:ext cx="8229600" cy="3394500"/>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300"/>
              </a:spcBef>
              <a:spcAft>
                <a:spcPts val="0"/>
              </a:spcAft>
              <a:buClr>
                <a:schemeClr val="dk1"/>
              </a:buClr>
              <a:buSzPts val="1400"/>
              <a:buNone/>
              <a:defRPr/>
            </a:lvl1pPr>
            <a:lvl2pPr indent="-228600" lvl="1" marL="914400" algn="l">
              <a:lnSpc>
                <a:spcPct val="100000"/>
              </a:lnSpc>
              <a:spcBef>
                <a:spcPts val="300"/>
              </a:spcBef>
              <a:spcAft>
                <a:spcPts val="0"/>
              </a:spcAft>
              <a:buClr>
                <a:schemeClr val="dk1"/>
              </a:buClr>
              <a:buSzPts val="1400"/>
              <a:buNone/>
              <a:defRPr/>
            </a:lvl2pPr>
            <a:lvl3pPr indent="-228600" lvl="2" marL="1371600" algn="l">
              <a:lnSpc>
                <a:spcPct val="100000"/>
              </a:lnSpc>
              <a:spcBef>
                <a:spcPts val="300"/>
              </a:spcBef>
              <a:spcAft>
                <a:spcPts val="0"/>
              </a:spcAft>
              <a:buClr>
                <a:schemeClr val="dk1"/>
              </a:buClr>
              <a:buSzPts val="1400"/>
              <a:buNone/>
              <a:defRPr/>
            </a:lvl3pPr>
            <a:lvl4pPr indent="-228600" lvl="3" marL="1828800" algn="l">
              <a:lnSpc>
                <a:spcPct val="100000"/>
              </a:lnSpc>
              <a:spcBef>
                <a:spcPts val="300"/>
              </a:spcBef>
              <a:spcAft>
                <a:spcPts val="0"/>
              </a:spcAft>
              <a:buClr>
                <a:schemeClr val="dk1"/>
              </a:buClr>
              <a:buSzPts val="1400"/>
              <a:buNone/>
              <a:defRPr/>
            </a:lvl4pPr>
            <a:lvl5pPr indent="-228600" lvl="4" marL="2286000" algn="l">
              <a:lnSpc>
                <a:spcPct val="100000"/>
              </a:lnSpc>
              <a:spcBef>
                <a:spcPts val="300"/>
              </a:spcBef>
              <a:spcAft>
                <a:spcPts val="0"/>
              </a:spcAft>
              <a:buClr>
                <a:schemeClr val="dk1"/>
              </a:buClr>
              <a:buSzPts val="1400"/>
              <a:buNone/>
              <a:defRPr/>
            </a:lvl5pPr>
            <a:lvl6pPr indent="-228600" lvl="5" marL="2743200" algn="l">
              <a:lnSpc>
                <a:spcPct val="100000"/>
              </a:lnSpc>
              <a:spcBef>
                <a:spcPts val="300"/>
              </a:spcBef>
              <a:spcAft>
                <a:spcPts val="0"/>
              </a:spcAft>
              <a:buClr>
                <a:schemeClr val="dk1"/>
              </a:buClr>
              <a:buSzPts val="1400"/>
              <a:buNone/>
              <a:defRPr/>
            </a:lvl6pPr>
            <a:lvl7pPr indent="-228600" lvl="6" marL="3200400" algn="l">
              <a:lnSpc>
                <a:spcPct val="100000"/>
              </a:lnSpc>
              <a:spcBef>
                <a:spcPts val="300"/>
              </a:spcBef>
              <a:spcAft>
                <a:spcPts val="0"/>
              </a:spcAft>
              <a:buClr>
                <a:schemeClr val="dk1"/>
              </a:buClr>
              <a:buSzPts val="1400"/>
              <a:buNone/>
              <a:defRPr/>
            </a:lvl7pPr>
            <a:lvl8pPr indent="-228600" lvl="7" marL="3657600" algn="l">
              <a:lnSpc>
                <a:spcPct val="100000"/>
              </a:lnSpc>
              <a:spcBef>
                <a:spcPts val="300"/>
              </a:spcBef>
              <a:spcAft>
                <a:spcPts val="0"/>
              </a:spcAft>
              <a:buClr>
                <a:schemeClr val="dk1"/>
              </a:buClr>
              <a:buSzPts val="1400"/>
              <a:buNone/>
              <a:defRPr/>
            </a:lvl8pPr>
            <a:lvl9pPr indent="-228600" lvl="8" marL="4114800" algn="l">
              <a:lnSpc>
                <a:spcPct val="100000"/>
              </a:lnSpc>
              <a:spcBef>
                <a:spcPts val="300"/>
              </a:spcBef>
              <a:spcAft>
                <a:spcPts val="0"/>
              </a:spcAft>
              <a:buClr>
                <a:schemeClr val="dk1"/>
              </a:buClr>
              <a:buSzPts val="1400"/>
              <a:buNone/>
              <a:defRPr/>
            </a:lvl9pPr>
          </a:lstStyle>
          <a:p/>
        </p:txBody>
      </p:sp>
      <p:sp>
        <p:nvSpPr>
          <p:cNvPr id="149" name="Google Shape;149;p18"/>
          <p:cNvSpPr txBox="1"/>
          <p:nvPr>
            <p:ph idx="10" type="dt"/>
          </p:nvPr>
        </p:nvSpPr>
        <p:spPr>
          <a:xfrm>
            <a:off x="457200" y="4767263"/>
            <a:ext cx="2133600" cy="273900"/>
          </a:xfrm>
          <a:prstGeom prst="rect">
            <a:avLst/>
          </a:prstGeom>
          <a:noFill/>
          <a:ln>
            <a:noFill/>
          </a:ln>
        </p:spPr>
        <p:txBody>
          <a:bodyPr anchorCtr="0" anchor="ctr" bIns="34275" lIns="68575" spcFirstLastPara="1" rIns="68575" wrap="square" tIns="34275">
            <a:sp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0" name="Google Shape;150;p18"/>
          <p:cNvSpPr txBox="1"/>
          <p:nvPr>
            <p:ph idx="11" type="ftr"/>
          </p:nvPr>
        </p:nvSpPr>
        <p:spPr>
          <a:xfrm>
            <a:off x="3124200" y="4767263"/>
            <a:ext cx="2895600" cy="273900"/>
          </a:xfrm>
          <a:prstGeom prst="rect">
            <a:avLst/>
          </a:prstGeom>
          <a:noFill/>
          <a:ln>
            <a:noFill/>
          </a:ln>
        </p:spPr>
        <p:txBody>
          <a:bodyPr anchorCtr="0" anchor="ctr" bIns="34275" lIns="68575" spcFirstLastPara="1" rIns="68575" wrap="square" tIns="34275">
            <a:sp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1" name="Google Shape;151;p18"/>
          <p:cNvSpPr txBox="1"/>
          <p:nvPr>
            <p:ph idx="12" type="sldNum"/>
          </p:nvPr>
        </p:nvSpPr>
        <p:spPr>
          <a:xfrm>
            <a:off x="6553200" y="4767263"/>
            <a:ext cx="2133600" cy="284700"/>
          </a:xfrm>
          <a:prstGeom prst="rect">
            <a:avLst/>
          </a:prstGeom>
          <a:noFill/>
          <a:ln>
            <a:noFill/>
          </a:ln>
        </p:spPr>
        <p:txBody>
          <a:bodyPr anchorCtr="0" anchor="ctr" bIns="34275" lIns="68575" spcFirstLastPara="1" rIns="68575" wrap="square" tIns="34275">
            <a:sp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1">
  <p:cSld name="OBJECT_1_1">
    <p:spTree>
      <p:nvGrpSpPr>
        <p:cNvPr id="152" name="Shape 152"/>
        <p:cNvGrpSpPr/>
        <p:nvPr/>
      </p:nvGrpSpPr>
      <p:grpSpPr>
        <a:xfrm>
          <a:off x="0" y="0"/>
          <a:ext cx="0" cy="0"/>
          <a:chOff x="0" y="0"/>
          <a:chExt cx="0" cy="0"/>
        </a:xfrm>
      </p:grpSpPr>
      <p:sp>
        <p:nvSpPr>
          <p:cNvPr id="153" name="Google Shape;153;p19"/>
          <p:cNvSpPr txBox="1"/>
          <p:nvPr>
            <p:ph type="title"/>
          </p:nvPr>
        </p:nvSpPr>
        <p:spPr>
          <a:xfrm>
            <a:off x="457200" y="205978"/>
            <a:ext cx="8229600" cy="857400"/>
          </a:xfrm>
          <a:prstGeom prst="rect">
            <a:avLst/>
          </a:prstGeom>
          <a:noFill/>
          <a:ln>
            <a:noFill/>
          </a:ln>
        </p:spPr>
        <p:txBody>
          <a:bodyPr anchorCtr="0" anchor="ctr" bIns="34275" lIns="68575" spcFirstLastPara="1" rIns="68575" wrap="square" tIns="34275">
            <a:normAutofit/>
          </a:bodyPr>
          <a:lstStyle>
            <a:lvl1pPr lvl="0" algn="ctr">
              <a:lnSpc>
                <a:spcPct val="10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4" name="Google Shape;154;p19"/>
          <p:cNvSpPr txBox="1"/>
          <p:nvPr>
            <p:ph idx="1" type="body"/>
          </p:nvPr>
        </p:nvSpPr>
        <p:spPr>
          <a:xfrm>
            <a:off x="457200" y="1200150"/>
            <a:ext cx="8229600" cy="3394500"/>
          </a:xfrm>
          <a:prstGeom prst="rect">
            <a:avLst/>
          </a:prstGeom>
          <a:noFill/>
          <a:ln>
            <a:noFill/>
          </a:ln>
        </p:spPr>
        <p:txBody>
          <a:bodyPr anchorCtr="0" anchor="t" bIns="34275" lIns="68575" spcFirstLastPara="1" rIns="68575" wrap="square" tIns="34275">
            <a:normAutofit/>
          </a:bodyPr>
          <a:lstStyle>
            <a:lvl1pPr indent="-228600" lvl="0" marL="457200" algn="l">
              <a:lnSpc>
                <a:spcPct val="100000"/>
              </a:lnSpc>
              <a:spcBef>
                <a:spcPts val="300"/>
              </a:spcBef>
              <a:spcAft>
                <a:spcPts val="0"/>
              </a:spcAft>
              <a:buClr>
                <a:schemeClr val="dk1"/>
              </a:buClr>
              <a:buSzPts val="1400"/>
              <a:buNone/>
              <a:defRPr/>
            </a:lvl1pPr>
            <a:lvl2pPr indent="-228600" lvl="1" marL="914400" algn="l">
              <a:lnSpc>
                <a:spcPct val="100000"/>
              </a:lnSpc>
              <a:spcBef>
                <a:spcPts val="300"/>
              </a:spcBef>
              <a:spcAft>
                <a:spcPts val="0"/>
              </a:spcAft>
              <a:buClr>
                <a:schemeClr val="dk1"/>
              </a:buClr>
              <a:buSzPts val="1400"/>
              <a:buNone/>
              <a:defRPr/>
            </a:lvl2pPr>
            <a:lvl3pPr indent="-228600" lvl="2" marL="1371600" algn="l">
              <a:lnSpc>
                <a:spcPct val="100000"/>
              </a:lnSpc>
              <a:spcBef>
                <a:spcPts val="300"/>
              </a:spcBef>
              <a:spcAft>
                <a:spcPts val="0"/>
              </a:spcAft>
              <a:buClr>
                <a:schemeClr val="dk1"/>
              </a:buClr>
              <a:buSzPts val="1400"/>
              <a:buNone/>
              <a:defRPr/>
            </a:lvl3pPr>
            <a:lvl4pPr indent="-228600" lvl="3" marL="1828800" algn="l">
              <a:lnSpc>
                <a:spcPct val="100000"/>
              </a:lnSpc>
              <a:spcBef>
                <a:spcPts val="300"/>
              </a:spcBef>
              <a:spcAft>
                <a:spcPts val="0"/>
              </a:spcAft>
              <a:buClr>
                <a:schemeClr val="dk1"/>
              </a:buClr>
              <a:buSzPts val="1400"/>
              <a:buNone/>
              <a:defRPr/>
            </a:lvl4pPr>
            <a:lvl5pPr indent="-228600" lvl="4" marL="2286000" algn="l">
              <a:lnSpc>
                <a:spcPct val="100000"/>
              </a:lnSpc>
              <a:spcBef>
                <a:spcPts val="300"/>
              </a:spcBef>
              <a:spcAft>
                <a:spcPts val="0"/>
              </a:spcAft>
              <a:buClr>
                <a:schemeClr val="dk1"/>
              </a:buClr>
              <a:buSzPts val="1400"/>
              <a:buNone/>
              <a:defRPr/>
            </a:lvl5pPr>
            <a:lvl6pPr indent="-228600" lvl="5" marL="2743200" algn="l">
              <a:lnSpc>
                <a:spcPct val="100000"/>
              </a:lnSpc>
              <a:spcBef>
                <a:spcPts val="300"/>
              </a:spcBef>
              <a:spcAft>
                <a:spcPts val="0"/>
              </a:spcAft>
              <a:buClr>
                <a:schemeClr val="dk1"/>
              </a:buClr>
              <a:buSzPts val="1400"/>
              <a:buNone/>
              <a:defRPr/>
            </a:lvl6pPr>
            <a:lvl7pPr indent="-228600" lvl="6" marL="3200400" algn="l">
              <a:lnSpc>
                <a:spcPct val="100000"/>
              </a:lnSpc>
              <a:spcBef>
                <a:spcPts val="300"/>
              </a:spcBef>
              <a:spcAft>
                <a:spcPts val="0"/>
              </a:spcAft>
              <a:buClr>
                <a:schemeClr val="dk1"/>
              </a:buClr>
              <a:buSzPts val="1400"/>
              <a:buNone/>
              <a:defRPr/>
            </a:lvl7pPr>
            <a:lvl8pPr indent="-228600" lvl="7" marL="3657600" algn="l">
              <a:lnSpc>
                <a:spcPct val="100000"/>
              </a:lnSpc>
              <a:spcBef>
                <a:spcPts val="300"/>
              </a:spcBef>
              <a:spcAft>
                <a:spcPts val="0"/>
              </a:spcAft>
              <a:buClr>
                <a:schemeClr val="dk1"/>
              </a:buClr>
              <a:buSzPts val="1400"/>
              <a:buNone/>
              <a:defRPr/>
            </a:lvl8pPr>
            <a:lvl9pPr indent="-228600" lvl="8" marL="4114800" algn="l">
              <a:lnSpc>
                <a:spcPct val="100000"/>
              </a:lnSpc>
              <a:spcBef>
                <a:spcPts val="300"/>
              </a:spcBef>
              <a:spcAft>
                <a:spcPts val="0"/>
              </a:spcAft>
              <a:buClr>
                <a:schemeClr val="dk1"/>
              </a:buClr>
              <a:buSzPts val="1400"/>
              <a:buNone/>
              <a:defRPr/>
            </a:lvl9pPr>
          </a:lstStyle>
          <a:p/>
        </p:txBody>
      </p:sp>
      <p:sp>
        <p:nvSpPr>
          <p:cNvPr id="155" name="Google Shape;155;p19"/>
          <p:cNvSpPr txBox="1"/>
          <p:nvPr>
            <p:ph idx="10" type="dt"/>
          </p:nvPr>
        </p:nvSpPr>
        <p:spPr>
          <a:xfrm>
            <a:off x="457200" y="4767263"/>
            <a:ext cx="2133600" cy="273900"/>
          </a:xfrm>
          <a:prstGeom prst="rect">
            <a:avLst/>
          </a:prstGeom>
          <a:noFill/>
          <a:ln>
            <a:noFill/>
          </a:ln>
        </p:spPr>
        <p:txBody>
          <a:bodyPr anchorCtr="0" anchor="ctr" bIns="34275" lIns="68575" spcFirstLastPara="1" rIns="68575" wrap="square" tIns="34275">
            <a:sp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6" name="Google Shape;156;p19"/>
          <p:cNvSpPr txBox="1"/>
          <p:nvPr>
            <p:ph idx="11" type="ftr"/>
          </p:nvPr>
        </p:nvSpPr>
        <p:spPr>
          <a:xfrm>
            <a:off x="3124200" y="4767263"/>
            <a:ext cx="2895600" cy="273900"/>
          </a:xfrm>
          <a:prstGeom prst="rect">
            <a:avLst/>
          </a:prstGeom>
          <a:noFill/>
          <a:ln>
            <a:noFill/>
          </a:ln>
        </p:spPr>
        <p:txBody>
          <a:bodyPr anchorCtr="0" anchor="ctr" bIns="34275" lIns="68575" spcFirstLastPara="1" rIns="68575" wrap="square" tIns="34275">
            <a:sp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7" name="Google Shape;157;p19"/>
          <p:cNvSpPr txBox="1"/>
          <p:nvPr>
            <p:ph idx="12" type="sldNum"/>
          </p:nvPr>
        </p:nvSpPr>
        <p:spPr>
          <a:xfrm>
            <a:off x="6553200" y="4767263"/>
            <a:ext cx="2133600" cy="284700"/>
          </a:xfrm>
          <a:prstGeom prst="rect">
            <a:avLst/>
          </a:prstGeom>
          <a:noFill/>
          <a:ln>
            <a:noFill/>
          </a:ln>
        </p:spPr>
        <p:txBody>
          <a:bodyPr anchorCtr="0" anchor="ctr" bIns="34275" lIns="68575" spcFirstLastPara="1" rIns="68575" wrap="square" tIns="34275">
            <a:sp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2.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1" name="Google Shape;11;p1"/>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7.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5.png"/><Relationship Id="rId4" Type="http://schemas.openxmlformats.org/officeDocument/2006/relationships/image" Target="../media/image18.gif"/><Relationship Id="rId5" Type="http://schemas.openxmlformats.org/officeDocument/2006/relationships/hyperlink" Target="https://programmingdesignsystems.com/color/color-models-and-color-space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4.png"/><Relationship Id="rId4" Type="http://schemas.openxmlformats.org/officeDocument/2006/relationships/image" Target="../media/image3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4.png"/><Relationship Id="rId4" Type="http://schemas.openxmlformats.org/officeDocument/2006/relationships/image" Target="../media/image27.png"/><Relationship Id="rId5" Type="http://schemas.openxmlformats.org/officeDocument/2006/relationships/image" Target="../media/image2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4.png"/><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4.png"/><Relationship Id="rId4" Type="http://schemas.openxmlformats.org/officeDocument/2006/relationships/image" Target="../media/image31.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hyperlink" Target="https://docs.google.com/document/d/1cHl5OCODvXEnMRGf0Md6KngfJU2xoUPT25IyD75VOO4/edit?tab=t.qtnrjxpegwi7"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4.png"/><Relationship Id="rId4" Type="http://schemas.openxmlformats.org/officeDocument/2006/relationships/hyperlink" Target="https://programmingdesignsystems.com/color/color-models-and-color-spaces/index.html" TargetMode="External"/><Relationship Id="rId5" Type="http://schemas.openxmlformats.org/officeDocument/2006/relationships/hyperlink" Target="https://math.hws.edu/graphicsbook/demos/c2/rgb-hsv.html" TargetMode="External"/><Relationship Id="rId6" Type="http://schemas.openxmlformats.org/officeDocument/2006/relationships/hyperlink" Target="https://www.w3schools.com/colors/default.asp"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2" name="Shape 162"/>
        <p:cNvGrpSpPr/>
        <p:nvPr/>
      </p:nvGrpSpPr>
      <p:grpSpPr>
        <a:xfrm>
          <a:off x="0" y="0"/>
          <a:ext cx="0" cy="0"/>
          <a:chOff x="0" y="0"/>
          <a:chExt cx="0" cy="0"/>
        </a:xfrm>
      </p:grpSpPr>
      <p:cxnSp>
        <p:nvCxnSpPr>
          <p:cNvPr id="163" name="Google Shape;163;p20"/>
          <p:cNvCxnSpPr/>
          <p:nvPr/>
        </p:nvCxnSpPr>
        <p:spPr>
          <a:xfrm>
            <a:off x="684450" y="1257300"/>
            <a:ext cx="7775100" cy="31200"/>
          </a:xfrm>
          <a:prstGeom prst="straightConnector1">
            <a:avLst/>
          </a:prstGeom>
          <a:noFill/>
          <a:ln cap="flat" cmpd="sng" w="19050">
            <a:solidFill>
              <a:srgbClr val="5B0F00"/>
            </a:solidFill>
            <a:prstDash val="solid"/>
            <a:round/>
            <a:headEnd len="sm" w="sm" type="none"/>
            <a:tailEnd len="sm" w="sm" type="none"/>
          </a:ln>
        </p:spPr>
      </p:cxnSp>
      <p:sp>
        <p:nvSpPr>
          <p:cNvPr id="164" name="Google Shape;164;p20"/>
          <p:cNvSpPr txBox="1"/>
          <p:nvPr/>
        </p:nvSpPr>
        <p:spPr>
          <a:xfrm>
            <a:off x="1841325" y="444375"/>
            <a:ext cx="6190800" cy="81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200"/>
              <a:buFont typeface="Arial"/>
              <a:buNone/>
            </a:pPr>
            <a:r>
              <a:rPr b="1" i="0" lang="en-US" sz="5200" u="none" cap="none" strike="noStrike">
                <a:solidFill>
                  <a:srgbClr val="783F04"/>
                </a:solidFill>
                <a:latin typeface="Oswald"/>
                <a:ea typeface="Oswald"/>
                <a:cs typeface="Oswald"/>
                <a:sym typeface="Oswald"/>
              </a:rPr>
              <a:t> Computer Graphics</a:t>
            </a:r>
            <a:endParaRPr b="1" i="0" sz="5200" u="none" cap="none" strike="noStrike">
              <a:solidFill>
                <a:srgbClr val="783F04"/>
              </a:solidFill>
              <a:latin typeface="Oswald"/>
              <a:ea typeface="Oswald"/>
              <a:cs typeface="Oswald"/>
              <a:sym typeface="Oswald"/>
            </a:endParaRPr>
          </a:p>
        </p:txBody>
      </p:sp>
      <p:sp>
        <p:nvSpPr>
          <p:cNvPr id="165" name="Google Shape;165;p20"/>
          <p:cNvSpPr txBox="1"/>
          <p:nvPr/>
        </p:nvSpPr>
        <p:spPr>
          <a:xfrm>
            <a:off x="2591725" y="1923638"/>
            <a:ext cx="4460700" cy="131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accent3"/>
              </a:solidFill>
              <a:latin typeface="Average"/>
              <a:ea typeface="Average"/>
              <a:cs typeface="Average"/>
              <a:sym typeface="Average"/>
            </a:endParaRPr>
          </a:p>
        </p:txBody>
      </p:sp>
      <p:pic>
        <p:nvPicPr>
          <p:cNvPr id="166" name="Google Shape;166;p20"/>
          <p:cNvPicPr preferRelativeResize="0"/>
          <p:nvPr/>
        </p:nvPicPr>
        <p:blipFill rotWithShape="1">
          <a:blip r:embed="rId3">
            <a:alphaModFix/>
          </a:blip>
          <a:srcRect b="0" l="0" r="0" t="0"/>
          <a:stretch/>
        </p:blipFill>
        <p:spPr>
          <a:xfrm>
            <a:off x="1841325" y="1741975"/>
            <a:ext cx="5628100" cy="2695150"/>
          </a:xfrm>
          <a:prstGeom prst="rect">
            <a:avLst/>
          </a:prstGeom>
          <a:noFill/>
          <a:ln>
            <a:noFill/>
          </a:ln>
        </p:spPr>
      </p:pic>
      <p:sp>
        <p:nvSpPr>
          <p:cNvPr id="167" name="Google Shape;167;p20"/>
          <p:cNvSpPr txBox="1"/>
          <p:nvPr/>
        </p:nvSpPr>
        <p:spPr>
          <a:xfrm>
            <a:off x="3488025" y="2033063"/>
            <a:ext cx="2897400" cy="1313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300"/>
              <a:buFont typeface="Arial"/>
              <a:buNone/>
            </a:pPr>
            <a:r>
              <a:rPr b="1" i="0" lang="en-US" sz="6300" u="none" cap="none" strike="noStrike">
                <a:solidFill>
                  <a:srgbClr val="783F04"/>
                </a:solidFill>
                <a:latin typeface="Oswald"/>
                <a:ea typeface="Oswald"/>
                <a:cs typeface="Oswald"/>
                <a:sym typeface="Oswald"/>
              </a:rPr>
              <a:t> Color Models</a:t>
            </a:r>
            <a:endParaRPr b="1" i="0" sz="6300" u="none" cap="none" strike="noStrike">
              <a:solidFill>
                <a:srgbClr val="783F04"/>
              </a:solidFill>
              <a:latin typeface="Oswald"/>
              <a:ea typeface="Oswald"/>
              <a:cs typeface="Oswald"/>
              <a:sym typeface="Oswald"/>
            </a:endParaRPr>
          </a:p>
        </p:txBody>
      </p:sp>
      <p:sp>
        <p:nvSpPr>
          <p:cNvPr id="168" name="Google Shape;168;p20"/>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3" name="Shape 173"/>
        <p:cNvGrpSpPr/>
        <p:nvPr/>
      </p:nvGrpSpPr>
      <p:grpSpPr>
        <a:xfrm>
          <a:off x="0" y="0"/>
          <a:ext cx="0" cy="0"/>
          <a:chOff x="0" y="0"/>
          <a:chExt cx="0" cy="0"/>
        </a:xfrm>
      </p:grpSpPr>
      <p:cxnSp>
        <p:nvCxnSpPr>
          <p:cNvPr id="174" name="Google Shape;174;p21"/>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175" name="Google Shape;175;p21"/>
          <p:cNvSpPr txBox="1"/>
          <p:nvPr/>
        </p:nvSpPr>
        <p:spPr>
          <a:xfrm>
            <a:off x="3613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Achromatic or Monochrome</a:t>
            </a:r>
            <a:endParaRPr b="1" i="0" sz="3400" u="none" cap="none" strike="noStrike">
              <a:solidFill>
                <a:srgbClr val="5B0F00"/>
              </a:solidFill>
              <a:latin typeface="Oswald"/>
              <a:ea typeface="Oswald"/>
              <a:cs typeface="Oswald"/>
              <a:sym typeface="Oswald"/>
            </a:endParaRPr>
          </a:p>
        </p:txBody>
      </p:sp>
      <p:sp>
        <p:nvSpPr>
          <p:cNvPr id="176" name="Google Shape;176;p21"/>
          <p:cNvSpPr txBox="1"/>
          <p:nvPr/>
        </p:nvSpPr>
        <p:spPr>
          <a:xfrm>
            <a:off x="382150" y="870281"/>
            <a:ext cx="8108100" cy="1985400"/>
          </a:xfrm>
          <a:prstGeom prst="rect">
            <a:avLst/>
          </a:prstGeom>
          <a:noFill/>
          <a:ln>
            <a:noFill/>
          </a:ln>
        </p:spPr>
        <p:txBody>
          <a:bodyPr anchorCtr="0" anchor="t" bIns="91425" lIns="91425" spcFirstLastPara="1" rIns="91425" wrap="square" tIns="91425">
            <a:noAutofit/>
          </a:bodyPr>
          <a:lstStyle/>
          <a:p>
            <a:pPr indent="-400050" lvl="0" marL="457200" marR="0" rtl="0" algn="l">
              <a:lnSpc>
                <a:spcPct val="100000"/>
              </a:lnSpc>
              <a:spcBef>
                <a:spcPts val="0"/>
              </a:spcBef>
              <a:spcAft>
                <a:spcPts val="0"/>
              </a:spcAft>
              <a:buClr>
                <a:srgbClr val="5B0F00"/>
              </a:buClr>
              <a:buSzPts val="2700"/>
              <a:buFont typeface="Oswald"/>
              <a:buChar char="●"/>
            </a:pPr>
            <a:r>
              <a:rPr b="0" i="0" lang="en-US" sz="2700" u="none" cap="none" strike="noStrike">
                <a:solidFill>
                  <a:srgbClr val="5B0F00"/>
                </a:solidFill>
                <a:latin typeface="Oswald"/>
                <a:ea typeface="Oswald"/>
                <a:cs typeface="Oswald"/>
                <a:sym typeface="Oswald"/>
              </a:rPr>
              <a:t>Used as a synonym for ‘black and white’</a:t>
            </a:r>
            <a:endParaRPr b="0" i="0" sz="2700" u="none" cap="none" strike="noStrike">
              <a:solidFill>
                <a:srgbClr val="5B0F00"/>
              </a:solidFill>
              <a:latin typeface="Oswald"/>
              <a:ea typeface="Oswald"/>
              <a:cs typeface="Oswald"/>
              <a:sym typeface="Oswald"/>
            </a:endParaRPr>
          </a:p>
          <a:p>
            <a:pPr indent="-400050" lvl="0" marL="457200" marR="0" rtl="0" algn="l">
              <a:lnSpc>
                <a:spcPct val="100000"/>
              </a:lnSpc>
              <a:spcBef>
                <a:spcPts val="0"/>
              </a:spcBef>
              <a:spcAft>
                <a:spcPts val="0"/>
              </a:spcAft>
              <a:buClr>
                <a:srgbClr val="5B0F00"/>
              </a:buClr>
              <a:buSzPts val="2700"/>
              <a:buFont typeface="Oswald"/>
              <a:buChar char="●"/>
            </a:pPr>
            <a:r>
              <a:rPr b="0" i="0" lang="en-US" sz="2700" u="none" cap="none" strike="noStrike">
                <a:solidFill>
                  <a:srgbClr val="5B0F00"/>
                </a:solidFill>
                <a:latin typeface="Oswald"/>
                <a:ea typeface="Oswald"/>
                <a:cs typeface="Oswald"/>
                <a:sym typeface="Oswald"/>
              </a:rPr>
              <a:t>All RGB values are equal ( r=g=b)</a:t>
            </a:r>
            <a:endParaRPr b="0" i="0" sz="2700" u="none" cap="none" strike="noStrike">
              <a:solidFill>
                <a:srgbClr val="5B0F00"/>
              </a:solidFill>
              <a:latin typeface="Oswald"/>
              <a:ea typeface="Oswald"/>
              <a:cs typeface="Oswald"/>
              <a:sym typeface="Oswald"/>
            </a:endParaRPr>
          </a:p>
          <a:p>
            <a:pPr indent="-400050" lvl="0" marL="457200" marR="0" rtl="0" algn="l">
              <a:lnSpc>
                <a:spcPct val="100000"/>
              </a:lnSpc>
              <a:spcBef>
                <a:spcPts val="0"/>
              </a:spcBef>
              <a:spcAft>
                <a:spcPts val="0"/>
              </a:spcAft>
              <a:buClr>
                <a:srgbClr val="5B0F00"/>
              </a:buClr>
              <a:buSzPts val="2700"/>
              <a:buFont typeface="Oswald"/>
              <a:buChar char="●"/>
            </a:pPr>
            <a:r>
              <a:rPr b="0" i="0" lang="en-US" sz="2700" u="none" cap="none" strike="noStrike">
                <a:solidFill>
                  <a:srgbClr val="5B0F00"/>
                </a:solidFill>
                <a:latin typeface="Oswald"/>
                <a:ea typeface="Oswald"/>
                <a:cs typeface="Oswald"/>
                <a:sym typeface="Oswald"/>
              </a:rPr>
              <a:t>Different intensities of grey</a:t>
            </a:r>
            <a:endParaRPr b="0" i="0" sz="2700" u="none" cap="none" strike="noStrike">
              <a:solidFill>
                <a:srgbClr val="5B0F00"/>
              </a:solidFill>
              <a:latin typeface="Oswald"/>
              <a:ea typeface="Oswald"/>
              <a:cs typeface="Oswald"/>
              <a:sym typeface="Oswald"/>
            </a:endParaRPr>
          </a:p>
          <a:p>
            <a:pPr indent="-400050" lvl="0" marL="457200" marR="0" rtl="0" algn="l">
              <a:lnSpc>
                <a:spcPct val="100000"/>
              </a:lnSpc>
              <a:spcBef>
                <a:spcPts val="0"/>
              </a:spcBef>
              <a:spcAft>
                <a:spcPts val="0"/>
              </a:spcAft>
              <a:buClr>
                <a:srgbClr val="5B0F00"/>
              </a:buClr>
              <a:buSzPts val="2700"/>
              <a:buFont typeface="Oswald"/>
              <a:buChar char="●"/>
            </a:pPr>
            <a:r>
              <a:rPr b="0" i="0" lang="en-US" sz="2700" u="none" cap="none" strike="noStrike">
                <a:solidFill>
                  <a:srgbClr val="5B0F00"/>
                </a:solidFill>
                <a:latin typeface="Oswald"/>
                <a:ea typeface="Oswald"/>
                <a:cs typeface="Oswald"/>
                <a:sym typeface="Oswald"/>
              </a:rPr>
              <a:t>Lack of hue (pure color), saturation (intensity of a color) and brightness</a:t>
            </a:r>
            <a:endParaRPr b="0" i="0" sz="2700" u="none" cap="none" strike="noStrike">
              <a:solidFill>
                <a:srgbClr val="5B0F00"/>
              </a:solidFill>
              <a:latin typeface="Oswald"/>
              <a:ea typeface="Oswald"/>
              <a:cs typeface="Oswald"/>
              <a:sym typeface="Oswald"/>
            </a:endParaRPr>
          </a:p>
          <a:p>
            <a:pPr indent="-400050" lvl="0" marL="457200" marR="0" rtl="0" algn="l">
              <a:lnSpc>
                <a:spcPct val="100000"/>
              </a:lnSpc>
              <a:spcBef>
                <a:spcPts val="0"/>
              </a:spcBef>
              <a:spcAft>
                <a:spcPts val="0"/>
              </a:spcAft>
              <a:buClr>
                <a:srgbClr val="5B0F00"/>
              </a:buClr>
              <a:buSzPts val="2700"/>
              <a:buFont typeface="Oswald"/>
              <a:buChar char="●"/>
            </a:pPr>
            <a:r>
              <a:rPr b="0" i="0" lang="en-US" sz="2700" u="none" cap="none" strike="noStrike">
                <a:solidFill>
                  <a:srgbClr val="5B0F00"/>
                </a:solidFill>
                <a:latin typeface="Oswald"/>
                <a:ea typeface="Oswald"/>
                <a:cs typeface="Oswald"/>
                <a:sym typeface="Oswald"/>
              </a:rPr>
              <a:t>Only measured using the quantity of light</a:t>
            </a:r>
            <a:endParaRPr b="0" i="0" sz="2700" u="none" cap="none" strike="noStrike">
              <a:solidFill>
                <a:srgbClr val="5B0F00"/>
              </a:solidFill>
              <a:latin typeface="Oswald"/>
              <a:ea typeface="Oswald"/>
              <a:cs typeface="Oswald"/>
              <a:sym typeface="Oswald"/>
            </a:endParaRPr>
          </a:p>
        </p:txBody>
      </p:sp>
      <p:pic>
        <p:nvPicPr>
          <p:cNvPr id="177" name="Google Shape;177;p21"/>
          <p:cNvPicPr preferRelativeResize="0"/>
          <p:nvPr/>
        </p:nvPicPr>
        <p:blipFill rotWithShape="1">
          <a:blip r:embed="rId3">
            <a:alphaModFix/>
          </a:blip>
          <a:srcRect b="0" l="0" r="0" t="0"/>
          <a:stretch/>
        </p:blipFill>
        <p:spPr>
          <a:xfrm>
            <a:off x="896131" y="3560075"/>
            <a:ext cx="7780074" cy="1514524"/>
          </a:xfrm>
          <a:prstGeom prst="rect">
            <a:avLst/>
          </a:prstGeom>
          <a:noFill/>
          <a:ln>
            <a:noFill/>
          </a:ln>
        </p:spPr>
      </p:pic>
      <p:sp>
        <p:nvSpPr>
          <p:cNvPr id="178" name="Google Shape;178;p21"/>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3" name="Shape 183"/>
        <p:cNvGrpSpPr/>
        <p:nvPr/>
      </p:nvGrpSpPr>
      <p:grpSpPr>
        <a:xfrm>
          <a:off x="0" y="0"/>
          <a:ext cx="0" cy="0"/>
          <a:chOff x="0" y="0"/>
          <a:chExt cx="0" cy="0"/>
        </a:xfrm>
      </p:grpSpPr>
      <p:cxnSp>
        <p:nvCxnSpPr>
          <p:cNvPr id="184" name="Google Shape;184;p22"/>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185" name="Google Shape;185;p22"/>
          <p:cNvSpPr txBox="1"/>
          <p:nvPr/>
        </p:nvSpPr>
        <p:spPr>
          <a:xfrm>
            <a:off x="3613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lang="en-US" sz="3400">
                <a:solidFill>
                  <a:srgbClr val="5B0F00"/>
                </a:solidFill>
                <a:latin typeface="Oswald"/>
                <a:ea typeface="Oswald"/>
                <a:cs typeface="Oswald"/>
                <a:sym typeface="Oswald"/>
              </a:rPr>
              <a:t>Electromagnetic Spectrum</a:t>
            </a:r>
            <a:endParaRPr b="1" sz="3400">
              <a:solidFill>
                <a:srgbClr val="5B0F00"/>
              </a:solidFill>
              <a:latin typeface="Oswald"/>
              <a:ea typeface="Oswald"/>
              <a:cs typeface="Oswald"/>
              <a:sym typeface="Oswald"/>
            </a:endParaRPr>
          </a:p>
          <a:p>
            <a:pPr indent="0" lvl="0" marL="0" rtl="0" algn="l">
              <a:spcBef>
                <a:spcPts val="0"/>
              </a:spcBef>
              <a:spcAft>
                <a:spcPts val="0"/>
              </a:spcAft>
              <a:buClr>
                <a:schemeClr val="dk1"/>
              </a:buClr>
              <a:buSzPts val="1100"/>
              <a:buFont typeface="Arial"/>
              <a:buNone/>
            </a:pPr>
            <a:r>
              <a:t/>
            </a:r>
            <a:endParaRPr b="1" sz="3400">
              <a:solidFill>
                <a:srgbClr val="5B0F00"/>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3400"/>
              <a:buFont typeface="Arial"/>
              <a:buNone/>
            </a:pPr>
            <a:r>
              <a:t/>
            </a:r>
            <a:endParaRPr b="1" sz="3400">
              <a:solidFill>
                <a:srgbClr val="5B0F00"/>
              </a:solidFill>
              <a:latin typeface="Oswald"/>
              <a:ea typeface="Oswald"/>
              <a:cs typeface="Oswald"/>
              <a:sym typeface="Oswald"/>
            </a:endParaRPr>
          </a:p>
        </p:txBody>
      </p:sp>
      <p:sp>
        <p:nvSpPr>
          <p:cNvPr id="186" name="Google Shape;186;p22"/>
          <p:cNvSpPr txBox="1"/>
          <p:nvPr/>
        </p:nvSpPr>
        <p:spPr>
          <a:xfrm>
            <a:off x="126800" y="3525193"/>
            <a:ext cx="8379600" cy="1483800"/>
          </a:xfrm>
          <a:prstGeom prst="rect">
            <a:avLst/>
          </a:prstGeom>
          <a:noFill/>
          <a:ln>
            <a:noFill/>
          </a:ln>
        </p:spPr>
        <p:txBody>
          <a:bodyPr anchorCtr="0" anchor="t" bIns="91425" lIns="91425" spcFirstLastPara="1" rIns="91425" wrap="square" tIns="91425">
            <a:noAutofit/>
          </a:bodyPr>
          <a:lstStyle/>
          <a:p>
            <a:pPr indent="-425450" lvl="0" marL="457200" marR="0" rtl="0" algn="just">
              <a:lnSpc>
                <a:spcPct val="80000"/>
              </a:lnSpc>
              <a:spcBef>
                <a:spcPts val="0"/>
              </a:spcBef>
              <a:spcAft>
                <a:spcPts val="0"/>
              </a:spcAft>
              <a:buClr>
                <a:srgbClr val="5B0F00"/>
              </a:buClr>
              <a:buSzPts val="3100"/>
              <a:buFont typeface="Oswald"/>
              <a:buChar char="●"/>
            </a:pPr>
            <a:r>
              <a:rPr b="0" i="0" lang="en-US" sz="2800" u="none" cap="none" strike="noStrike">
                <a:solidFill>
                  <a:srgbClr val="5B0F00"/>
                </a:solidFill>
                <a:latin typeface="Oswald"/>
                <a:ea typeface="Oswald"/>
                <a:cs typeface="Oswald"/>
                <a:sym typeface="Oswald"/>
              </a:rPr>
              <a:t>Visible light: a narrow band of electromagnetic radiation → </a:t>
            </a:r>
            <a:endParaRPr b="0" i="0" sz="2800" u="none" cap="none" strike="noStrike">
              <a:solidFill>
                <a:srgbClr val="5B0F00"/>
              </a:solidFill>
              <a:latin typeface="Oswald"/>
              <a:ea typeface="Oswald"/>
              <a:cs typeface="Oswald"/>
              <a:sym typeface="Oswald"/>
            </a:endParaRPr>
          </a:p>
          <a:p>
            <a:pPr indent="0" lvl="0" marL="457200" marR="0" rtl="0" algn="just">
              <a:lnSpc>
                <a:spcPct val="80000"/>
              </a:lnSpc>
              <a:spcBef>
                <a:spcPts val="1000"/>
              </a:spcBef>
              <a:spcAft>
                <a:spcPts val="0"/>
              </a:spcAft>
              <a:buNone/>
            </a:pPr>
            <a:r>
              <a:rPr b="1" lang="en-US" sz="3200">
                <a:solidFill>
                  <a:srgbClr val="0000FF"/>
                </a:solidFill>
                <a:latin typeface="Verdana"/>
                <a:ea typeface="Verdana"/>
                <a:cs typeface="Verdana"/>
                <a:sym typeface="Verdana"/>
              </a:rPr>
              <a:t>  </a:t>
            </a:r>
            <a:r>
              <a:rPr b="1" lang="en-US" sz="3200">
                <a:solidFill>
                  <a:srgbClr val="0000FF"/>
                </a:solidFill>
                <a:latin typeface="Verdana"/>
                <a:ea typeface="Verdana"/>
                <a:cs typeface="Verdana"/>
                <a:sym typeface="Verdana"/>
              </a:rPr>
              <a:t>380nm (blue)</a:t>
            </a:r>
            <a:r>
              <a:rPr lang="en-US" sz="3200">
                <a:solidFill>
                  <a:schemeClr val="dk1"/>
                </a:solidFill>
                <a:latin typeface="Verdana"/>
                <a:ea typeface="Verdana"/>
                <a:cs typeface="Verdana"/>
                <a:sym typeface="Verdana"/>
              </a:rPr>
              <a:t>  - </a:t>
            </a:r>
            <a:r>
              <a:rPr b="1" lang="en-US" sz="3200">
                <a:solidFill>
                  <a:srgbClr val="FF0033"/>
                </a:solidFill>
                <a:latin typeface="Verdana"/>
                <a:ea typeface="Verdana"/>
                <a:cs typeface="Verdana"/>
                <a:sym typeface="Verdana"/>
              </a:rPr>
              <a:t>780nm (red)</a:t>
            </a:r>
            <a:endParaRPr b="0" i="0" sz="2700" u="none" cap="none" strike="noStrike">
              <a:solidFill>
                <a:srgbClr val="5B0F00"/>
              </a:solidFill>
              <a:latin typeface="Oswald"/>
              <a:ea typeface="Oswald"/>
              <a:cs typeface="Oswald"/>
              <a:sym typeface="Oswald"/>
            </a:endParaRPr>
          </a:p>
        </p:txBody>
      </p:sp>
      <p:pic>
        <p:nvPicPr>
          <p:cNvPr id="187" name="Google Shape;187;p22"/>
          <p:cNvPicPr preferRelativeResize="0"/>
          <p:nvPr>
            <p:ph idx="1" type="body"/>
          </p:nvPr>
        </p:nvPicPr>
        <p:blipFill rotWithShape="1">
          <a:blip r:embed="rId3">
            <a:alphaModFix/>
          </a:blip>
          <a:srcRect b="0" l="0" r="0" t="0"/>
          <a:stretch/>
        </p:blipFill>
        <p:spPr>
          <a:xfrm>
            <a:off x="129175" y="817550"/>
            <a:ext cx="8755800" cy="2588400"/>
          </a:xfrm>
          <a:prstGeom prst="rect">
            <a:avLst/>
          </a:prstGeom>
          <a:noFill/>
          <a:ln>
            <a:noFill/>
          </a:ln>
        </p:spPr>
      </p:pic>
      <p:sp>
        <p:nvSpPr>
          <p:cNvPr id="188" name="Google Shape;188;p22"/>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3" name="Shape 193"/>
        <p:cNvGrpSpPr/>
        <p:nvPr/>
      </p:nvGrpSpPr>
      <p:grpSpPr>
        <a:xfrm>
          <a:off x="0" y="0"/>
          <a:ext cx="0" cy="0"/>
          <a:chOff x="0" y="0"/>
          <a:chExt cx="0" cy="0"/>
        </a:xfrm>
      </p:grpSpPr>
      <p:cxnSp>
        <p:nvCxnSpPr>
          <p:cNvPr id="194" name="Google Shape;194;p23"/>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195" name="Google Shape;195;p23"/>
          <p:cNvSpPr txBox="1"/>
          <p:nvPr/>
        </p:nvSpPr>
        <p:spPr>
          <a:xfrm>
            <a:off x="208925" y="653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lang="en-US" sz="3400">
                <a:solidFill>
                  <a:srgbClr val="5B0F00"/>
                </a:solidFill>
                <a:latin typeface="Oswald"/>
                <a:ea typeface="Oswald"/>
                <a:cs typeface="Oswald"/>
                <a:sym typeface="Oswald"/>
              </a:rPr>
              <a:t>Chromaticity Diagram</a:t>
            </a:r>
            <a:endParaRPr b="1" sz="3400">
              <a:solidFill>
                <a:srgbClr val="5B0F00"/>
              </a:solidFill>
              <a:latin typeface="Oswald"/>
              <a:ea typeface="Oswald"/>
              <a:cs typeface="Oswald"/>
              <a:sym typeface="Oswald"/>
            </a:endParaRPr>
          </a:p>
          <a:p>
            <a:pPr indent="0" lvl="0" marL="0" rtl="0" algn="l">
              <a:spcBef>
                <a:spcPts val="0"/>
              </a:spcBef>
              <a:spcAft>
                <a:spcPts val="0"/>
              </a:spcAft>
              <a:buClr>
                <a:schemeClr val="dk1"/>
              </a:buClr>
              <a:buSzPts val="1100"/>
              <a:buFont typeface="Arial"/>
              <a:buNone/>
            </a:pPr>
            <a:r>
              <a:t/>
            </a:r>
            <a:endParaRPr b="1" sz="3400">
              <a:solidFill>
                <a:srgbClr val="5B0F00"/>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3400"/>
              <a:buFont typeface="Arial"/>
              <a:buNone/>
            </a:pPr>
            <a:r>
              <a:t/>
            </a:r>
            <a:endParaRPr b="1" sz="3400">
              <a:solidFill>
                <a:srgbClr val="5B0F00"/>
              </a:solidFill>
              <a:latin typeface="Oswald"/>
              <a:ea typeface="Oswald"/>
              <a:cs typeface="Oswald"/>
              <a:sym typeface="Oswald"/>
            </a:endParaRPr>
          </a:p>
        </p:txBody>
      </p:sp>
      <p:pic>
        <p:nvPicPr>
          <p:cNvPr descr="http://www.handprint.com/HP/WCL/IMG/CIELUV.jpg" id="196" name="Google Shape;196;p23"/>
          <p:cNvPicPr preferRelativeResize="0"/>
          <p:nvPr>
            <p:ph idx="1" type="body"/>
          </p:nvPr>
        </p:nvPicPr>
        <p:blipFill rotWithShape="1">
          <a:blip r:embed="rId3">
            <a:alphaModFix/>
          </a:blip>
          <a:srcRect b="0" l="0" r="0" t="0"/>
          <a:stretch/>
        </p:blipFill>
        <p:spPr>
          <a:xfrm>
            <a:off x="1738500" y="904875"/>
            <a:ext cx="5950500" cy="4131900"/>
          </a:xfrm>
          <a:prstGeom prst="rect">
            <a:avLst/>
          </a:prstGeom>
          <a:noFill/>
          <a:ln>
            <a:noFill/>
          </a:ln>
        </p:spPr>
      </p:pic>
      <p:sp>
        <p:nvSpPr>
          <p:cNvPr id="197" name="Google Shape;197;p23"/>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2" name="Shape 202"/>
        <p:cNvGrpSpPr/>
        <p:nvPr/>
      </p:nvGrpSpPr>
      <p:grpSpPr>
        <a:xfrm>
          <a:off x="0" y="0"/>
          <a:ext cx="0" cy="0"/>
          <a:chOff x="0" y="0"/>
          <a:chExt cx="0" cy="0"/>
        </a:xfrm>
      </p:grpSpPr>
      <p:cxnSp>
        <p:nvCxnSpPr>
          <p:cNvPr id="203" name="Google Shape;203;p24"/>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204" name="Google Shape;204;p24"/>
          <p:cNvSpPr txBox="1"/>
          <p:nvPr/>
        </p:nvSpPr>
        <p:spPr>
          <a:xfrm>
            <a:off x="3613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lang="en-US" sz="3400">
                <a:solidFill>
                  <a:srgbClr val="5B0F00"/>
                </a:solidFill>
                <a:latin typeface="Oswald"/>
                <a:ea typeface="Oswald"/>
                <a:cs typeface="Oswald"/>
                <a:sym typeface="Oswald"/>
              </a:rPr>
              <a:t>Color Gamut</a:t>
            </a:r>
            <a:endParaRPr b="1" sz="3400">
              <a:solidFill>
                <a:srgbClr val="5B0F00"/>
              </a:solidFill>
              <a:latin typeface="Oswald"/>
              <a:ea typeface="Oswald"/>
              <a:cs typeface="Oswald"/>
              <a:sym typeface="Oswald"/>
            </a:endParaRPr>
          </a:p>
          <a:p>
            <a:pPr indent="0" lvl="0" marL="0" rtl="0" algn="l">
              <a:spcBef>
                <a:spcPts val="0"/>
              </a:spcBef>
              <a:spcAft>
                <a:spcPts val="0"/>
              </a:spcAft>
              <a:buClr>
                <a:schemeClr val="dk1"/>
              </a:buClr>
              <a:buSzPts val="1100"/>
              <a:buFont typeface="Arial"/>
              <a:buNone/>
            </a:pPr>
            <a:r>
              <a:t/>
            </a:r>
            <a:endParaRPr b="1" sz="3400">
              <a:solidFill>
                <a:srgbClr val="5B0F00"/>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3400"/>
              <a:buFont typeface="Arial"/>
              <a:buNone/>
            </a:pPr>
            <a:r>
              <a:t/>
            </a:r>
            <a:endParaRPr b="1" sz="3400">
              <a:solidFill>
                <a:srgbClr val="5B0F00"/>
              </a:solidFill>
              <a:latin typeface="Oswald"/>
              <a:ea typeface="Oswald"/>
              <a:cs typeface="Oswald"/>
              <a:sym typeface="Oswald"/>
            </a:endParaRPr>
          </a:p>
        </p:txBody>
      </p:sp>
      <p:sp>
        <p:nvSpPr>
          <p:cNvPr id="205" name="Google Shape;205;p24"/>
          <p:cNvSpPr txBox="1"/>
          <p:nvPr/>
        </p:nvSpPr>
        <p:spPr>
          <a:xfrm>
            <a:off x="4122525" y="893400"/>
            <a:ext cx="4700700" cy="3396000"/>
          </a:xfrm>
          <a:prstGeom prst="rect">
            <a:avLst/>
          </a:prstGeom>
          <a:noFill/>
          <a:ln>
            <a:noFill/>
          </a:ln>
        </p:spPr>
        <p:txBody>
          <a:bodyPr anchorCtr="0" anchor="t" bIns="91425" lIns="91425" spcFirstLastPara="1" rIns="91425" wrap="square" tIns="91425">
            <a:noAutofit/>
          </a:bodyPr>
          <a:lstStyle/>
          <a:p>
            <a:pPr indent="0" lvl="0" marL="0" marR="0" rtl="0" algn="just">
              <a:lnSpc>
                <a:spcPct val="80000"/>
              </a:lnSpc>
              <a:spcBef>
                <a:spcPts val="0"/>
              </a:spcBef>
              <a:spcAft>
                <a:spcPts val="0"/>
              </a:spcAft>
              <a:buNone/>
            </a:pPr>
            <a:r>
              <a:rPr lang="en-US" sz="2800">
                <a:solidFill>
                  <a:srgbClr val="5B0F00"/>
                </a:solidFill>
                <a:latin typeface="Oswald"/>
                <a:ea typeface="Oswald"/>
                <a:cs typeface="Oswald"/>
                <a:sym typeface="Oswald"/>
              </a:rPr>
              <a:t>The color gamut describes a range of colors within the spectrum of colors, or a color space, that can be reproduced on an output device. Depending on how wide the gamut is, every screen will display different quantities of color.</a:t>
            </a:r>
            <a:r>
              <a:rPr b="0" i="0" lang="en-US" sz="2800" u="none" cap="none" strike="noStrike">
                <a:solidFill>
                  <a:srgbClr val="5B0F00"/>
                </a:solidFill>
                <a:latin typeface="Oswald"/>
                <a:ea typeface="Oswald"/>
                <a:cs typeface="Oswald"/>
                <a:sym typeface="Oswald"/>
              </a:rPr>
              <a:t> </a:t>
            </a:r>
            <a:endParaRPr b="0" i="0" sz="2700" u="none" cap="none" strike="noStrike">
              <a:solidFill>
                <a:srgbClr val="5B0F00"/>
              </a:solidFill>
              <a:latin typeface="Oswald"/>
              <a:ea typeface="Oswald"/>
              <a:cs typeface="Oswald"/>
              <a:sym typeface="Oswald"/>
            </a:endParaRPr>
          </a:p>
        </p:txBody>
      </p:sp>
      <p:pic>
        <p:nvPicPr>
          <p:cNvPr id="206" name="Google Shape;206;p24"/>
          <p:cNvPicPr preferRelativeResize="0"/>
          <p:nvPr>
            <p:ph idx="1" type="body"/>
          </p:nvPr>
        </p:nvPicPr>
        <p:blipFill rotWithShape="1">
          <a:blip r:embed="rId3">
            <a:alphaModFix/>
          </a:blip>
          <a:srcRect b="0" l="0" r="0" t="0"/>
          <a:stretch/>
        </p:blipFill>
        <p:spPr>
          <a:xfrm>
            <a:off x="361325" y="893411"/>
            <a:ext cx="3396000" cy="3396000"/>
          </a:xfrm>
          <a:prstGeom prst="rect">
            <a:avLst/>
          </a:prstGeom>
          <a:noFill/>
          <a:ln>
            <a:noFill/>
          </a:ln>
        </p:spPr>
      </p:pic>
      <p:sp>
        <p:nvSpPr>
          <p:cNvPr id="207" name="Google Shape;207;p24"/>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2" name="Shape 212"/>
        <p:cNvGrpSpPr/>
        <p:nvPr/>
      </p:nvGrpSpPr>
      <p:grpSpPr>
        <a:xfrm>
          <a:off x="0" y="0"/>
          <a:ext cx="0" cy="0"/>
          <a:chOff x="0" y="0"/>
          <a:chExt cx="0" cy="0"/>
        </a:xfrm>
      </p:grpSpPr>
      <p:cxnSp>
        <p:nvCxnSpPr>
          <p:cNvPr id="213" name="Google Shape;213;p25"/>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214" name="Google Shape;214;p25"/>
          <p:cNvSpPr txBox="1"/>
          <p:nvPr/>
        </p:nvSpPr>
        <p:spPr>
          <a:xfrm>
            <a:off x="3613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Color Systems</a:t>
            </a:r>
            <a:endParaRPr b="1" i="0" sz="3400" u="none" cap="none" strike="noStrike">
              <a:solidFill>
                <a:srgbClr val="5B0F00"/>
              </a:solidFill>
              <a:latin typeface="Oswald"/>
              <a:ea typeface="Oswald"/>
              <a:cs typeface="Oswald"/>
              <a:sym typeface="Oswald"/>
            </a:endParaRPr>
          </a:p>
        </p:txBody>
      </p:sp>
      <p:sp>
        <p:nvSpPr>
          <p:cNvPr id="215" name="Google Shape;215;p25"/>
          <p:cNvSpPr txBox="1"/>
          <p:nvPr/>
        </p:nvSpPr>
        <p:spPr>
          <a:xfrm>
            <a:off x="319625" y="815138"/>
            <a:ext cx="8379600" cy="3552600"/>
          </a:xfrm>
          <a:prstGeom prst="rect">
            <a:avLst/>
          </a:prstGeom>
          <a:noFill/>
          <a:ln>
            <a:noFill/>
          </a:ln>
        </p:spPr>
        <p:txBody>
          <a:bodyPr anchorCtr="0" anchor="t" bIns="91425" lIns="91425" spcFirstLastPara="1" rIns="91425" wrap="square" tIns="91425">
            <a:noAutofit/>
          </a:bodyPr>
          <a:lstStyle/>
          <a:p>
            <a:pPr indent="-406400" lvl="0" marL="457200" marR="0" rtl="0" algn="just">
              <a:lnSpc>
                <a:spcPct val="80000"/>
              </a:lnSpc>
              <a:spcBef>
                <a:spcPts val="0"/>
              </a:spcBef>
              <a:spcAft>
                <a:spcPts val="0"/>
              </a:spcAft>
              <a:buClr>
                <a:srgbClr val="5B0F00"/>
              </a:buClr>
              <a:buSzPts val="2800"/>
              <a:buFont typeface="Oswald"/>
              <a:buChar char="●"/>
            </a:pPr>
            <a:r>
              <a:rPr b="0" i="0" lang="en-US" sz="2800" u="none" cap="none" strike="noStrike">
                <a:solidFill>
                  <a:srgbClr val="5B0F00"/>
                </a:solidFill>
                <a:latin typeface="Oswald"/>
                <a:ea typeface="Oswald"/>
                <a:cs typeface="Oswald"/>
                <a:sym typeface="Oswald"/>
              </a:rPr>
              <a:t>The purpose of a color model (also called Color Space or Color System) is to facilitate the specification of colors in some standard way.</a:t>
            </a:r>
            <a:br>
              <a:rPr b="0" i="0" lang="en-US" sz="2800" u="none" cap="none" strike="noStrike">
                <a:solidFill>
                  <a:srgbClr val="5B0F00"/>
                </a:solidFill>
                <a:latin typeface="Oswald"/>
                <a:ea typeface="Oswald"/>
                <a:cs typeface="Oswald"/>
                <a:sym typeface="Oswald"/>
              </a:rPr>
            </a:br>
            <a:endParaRPr b="0" i="0" sz="4000" u="none" cap="none" strike="noStrike">
              <a:solidFill>
                <a:srgbClr val="5B0F00"/>
              </a:solidFill>
              <a:latin typeface="Oswald"/>
              <a:ea typeface="Oswald"/>
              <a:cs typeface="Oswald"/>
              <a:sym typeface="Oswald"/>
            </a:endParaRPr>
          </a:p>
          <a:p>
            <a:pPr indent="-406400" lvl="0" marL="457200" marR="0" rtl="0" algn="just">
              <a:lnSpc>
                <a:spcPct val="80000"/>
              </a:lnSpc>
              <a:spcBef>
                <a:spcPts val="0"/>
              </a:spcBef>
              <a:spcAft>
                <a:spcPts val="0"/>
              </a:spcAft>
              <a:buClr>
                <a:srgbClr val="5B0F00"/>
              </a:buClr>
              <a:buSzPts val="2800"/>
              <a:buFont typeface="Oswald"/>
              <a:buChar char="●"/>
            </a:pPr>
            <a:r>
              <a:rPr b="0" i="0" lang="en-US" sz="2800" u="none" cap="none" strike="noStrike">
                <a:solidFill>
                  <a:srgbClr val="5B0F00"/>
                </a:solidFill>
                <a:latin typeface="Oswald"/>
                <a:ea typeface="Oswald"/>
                <a:cs typeface="Oswald"/>
                <a:sym typeface="Oswald"/>
              </a:rPr>
              <a:t>A color model is a specification of a coordinate system and a subspace within that system where each color is represented by a single point.</a:t>
            </a:r>
            <a:br>
              <a:rPr b="0" i="0" lang="en-US" sz="2800" u="none" cap="none" strike="noStrike">
                <a:solidFill>
                  <a:srgbClr val="5B0F00"/>
                </a:solidFill>
                <a:latin typeface="Oswald"/>
                <a:ea typeface="Oswald"/>
                <a:cs typeface="Oswald"/>
                <a:sym typeface="Oswald"/>
              </a:rPr>
            </a:br>
            <a:endParaRPr b="0" i="0" sz="2800" u="none" cap="none" strike="noStrike">
              <a:solidFill>
                <a:srgbClr val="5B0F00"/>
              </a:solidFill>
              <a:latin typeface="Oswald"/>
              <a:ea typeface="Oswald"/>
              <a:cs typeface="Oswald"/>
              <a:sym typeface="Oswald"/>
            </a:endParaRPr>
          </a:p>
          <a:p>
            <a:pPr indent="-406400" lvl="0" marL="457200" marR="0" rtl="0" algn="l">
              <a:lnSpc>
                <a:spcPct val="100000"/>
              </a:lnSpc>
              <a:spcBef>
                <a:spcPts val="0"/>
              </a:spcBef>
              <a:spcAft>
                <a:spcPts val="0"/>
              </a:spcAft>
              <a:buClr>
                <a:srgbClr val="5B0F00"/>
              </a:buClr>
              <a:buSzPts val="2800"/>
              <a:buFont typeface="Oswald"/>
              <a:buChar char="●"/>
            </a:pPr>
            <a:r>
              <a:rPr b="0" i="0" lang="en-US" sz="2800" u="none" cap="none" strike="noStrike">
                <a:solidFill>
                  <a:srgbClr val="5B0F00"/>
                </a:solidFill>
                <a:latin typeface="Oswald"/>
                <a:ea typeface="Oswald"/>
                <a:cs typeface="Oswald"/>
                <a:sym typeface="Oswald"/>
              </a:rPr>
              <a:t>Available color systems are dependent on the medium on which one is working.</a:t>
            </a:r>
            <a:endParaRPr b="0" i="0" sz="2700" u="none" cap="none" strike="noStrike">
              <a:solidFill>
                <a:srgbClr val="5B0F00"/>
              </a:solidFill>
              <a:latin typeface="Oswald"/>
              <a:ea typeface="Oswald"/>
              <a:cs typeface="Oswald"/>
              <a:sym typeface="Oswald"/>
            </a:endParaRPr>
          </a:p>
        </p:txBody>
      </p:sp>
      <p:sp>
        <p:nvSpPr>
          <p:cNvPr id="216" name="Google Shape;216;p25"/>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1" name="Shape 221"/>
        <p:cNvGrpSpPr/>
        <p:nvPr/>
      </p:nvGrpSpPr>
      <p:grpSpPr>
        <a:xfrm>
          <a:off x="0" y="0"/>
          <a:ext cx="0" cy="0"/>
          <a:chOff x="0" y="0"/>
          <a:chExt cx="0" cy="0"/>
        </a:xfrm>
      </p:grpSpPr>
      <p:cxnSp>
        <p:nvCxnSpPr>
          <p:cNvPr id="222" name="Google Shape;222;p26"/>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223" name="Google Shape;223;p26"/>
          <p:cNvSpPr txBox="1"/>
          <p:nvPr/>
        </p:nvSpPr>
        <p:spPr>
          <a:xfrm>
            <a:off x="3613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lang="en-US" sz="3400">
                <a:solidFill>
                  <a:srgbClr val="5B0F00"/>
                </a:solidFill>
                <a:latin typeface="Oswald"/>
                <a:ea typeface="Oswald"/>
                <a:cs typeface="Oswald"/>
                <a:sym typeface="Oswald"/>
              </a:rPr>
              <a:t>Different Color Models</a:t>
            </a:r>
            <a:endParaRPr b="1" sz="3400">
              <a:solidFill>
                <a:srgbClr val="5B0F00"/>
              </a:solidFill>
              <a:latin typeface="Oswald"/>
              <a:ea typeface="Oswald"/>
              <a:cs typeface="Oswald"/>
              <a:sym typeface="Oswald"/>
            </a:endParaRPr>
          </a:p>
          <a:p>
            <a:pPr indent="0" lvl="0" marL="0" rtl="0" algn="l">
              <a:spcBef>
                <a:spcPts val="0"/>
              </a:spcBef>
              <a:spcAft>
                <a:spcPts val="0"/>
              </a:spcAft>
              <a:buClr>
                <a:schemeClr val="dk1"/>
              </a:buClr>
              <a:buSzPts val="1100"/>
              <a:buFont typeface="Arial"/>
              <a:buNone/>
            </a:pPr>
            <a:r>
              <a:t/>
            </a:r>
            <a:endParaRPr b="1" sz="3400">
              <a:solidFill>
                <a:srgbClr val="5B0F00"/>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3400"/>
              <a:buFont typeface="Arial"/>
              <a:buNone/>
            </a:pPr>
            <a:r>
              <a:t/>
            </a:r>
            <a:endParaRPr b="1" sz="3400">
              <a:solidFill>
                <a:srgbClr val="5B0F00"/>
              </a:solidFill>
              <a:latin typeface="Oswald"/>
              <a:ea typeface="Oswald"/>
              <a:cs typeface="Oswald"/>
              <a:sym typeface="Oswald"/>
            </a:endParaRPr>
          </a:p>
        </p:txBody>
      </p:sp>
      <p:sp>
        <p:nvSpPr>
          <p:cNvPr id="224" name="Google Shape;224;p26"/>
          <p:cNvSpPr txBox="1"/>
          <p:nvPr/>
        </p:nvSpPr>
        <p:spPr>
          <a:xfrm>
            <a:off x="319625" y="815138"/>
            <a:ext cx="8379600" cy="3552600"/>
          </a:xfrm>
          <a:prstGeom prst="rect">
            <a:avLst/>
          </a:prstGeom>
          <a:noFill/>
          <a:ln>
            <a:noFill/>
          </a:ln>
        </p:spPr>
        <p:txBody>
          <a:bodyPr anchorCtr="0" anchor="t" bIns="91425" lIns="91425" spcFirstLastPara="1" rIns="91425" wrap="square" tIns="91425">
            <a:noAutofit/>
          </a:bodyPr>
          <a:lstStyle/>
          <a:p>
            <a:pPr indent="-400050" lvl="0" marL="457200" rtl="0" algn="l">
              <a:spcBef>
                <a:spcPts val="0"/>
              </a:spcBef>
              <a:spcAft>
                <a:spcPts val="0"/>
              </a:spcAft>
              <a:buClr>
                <a:srgbClr val="5B0F00"/>
              </a:buClr>
              <a:buSzPts val="2700"/>
              <a:buFont typeface="Oswald"/>
              <a:buChar char="●"/>
            </a:pPr>
            <a:r>
              <a:rPr lang="en-US" sz="2700">
                <a:solidFill>
                  <a:srgbClr val="5B0F00"/>
                </a:solidFill>
                <a:latin typeface="Oswald"/>
                <a:ea typeface="Oswald"/>
                <a:cs typeface="Oswald"/>
                <a:sym typeface="Oswald"/>
              </a:rPr>
              <a:t>RGB (Red, Green, Blue)</a:t>
            </a:r>
            <a:endParaRPr sz="2700">
              <a:solidFill>
                <a:srgbClr val="5B0F00"/>
              </a:solidFill>
              <a:latin typeface="Oswald"/>
              <a:ea typeface="Oswald"/>
              <a:cs typeface="Oswald"/>
              <a:sym typeface="Oswald"/>
            </a:endParaRPr>
          </a:p>
          <a:p>
            <a:pPr indent="-400050" lvl="0" marL="457200" rtl="0" algn="l">
              <a:spcBef>
                <a:spcPts val="0"/>
              </a:spcBef>
              <a:spcAft>
                <a:spcPts val="0"/>
              </a:spcAft>
              <a:buClr>
                <a:srgbClr val="5B0F00"/>
              </a:buClr>
              <a:buSzPts val="2700"/>
              <a:buFont typeface="Oswald"/>
              <a:buChar char="●"/>
            </a:pPr>
            <a:r>
              <a:rPr lang="en-US" sz="2700">
                <a:solidFill>
                  <a:srgbClr val="5B0F00"/>
                </a:solidFill>
                <a:latin typeface="Oswald"/>
                <a:ea typeface="Oswald"/>
                <a:cs typeface="Oswald"/>
                <a:sym typeface="Oswald"/>
              </a:rPr>
              <a:t>CMY (Cyan, Magenta, Yellow)</a:t>
            </a:r>
            <a:endParaRPr sz="2700">
              <a:solidFill>
                <a:srgbClr val="5B0F00"/>
              </a:solidFill>
              <a:latin typeface="Oswald"/>
              <a:ea typeface="Oswald"/>
              <a:cs typeface="Oswald"/>
              <a:sym typeface="Oswald"/>
            </a:endParaRPr>
          </a:p>
          <a:p>
            <a:pPr indent="-400050" lvl="0" marL="457200" rtl="0" algn="l">
              <a:spcBef>
                <a:spcPts val="0"/>
              </a:spcBef>
              <a:spcAft>
                <a:spcPts val="0"/>
              </a:spcAft>
              <a:buClr>
                <a:srgbClr val="5B0F00"/>
              </a:buClr>
              <a:buSzPts val="2700"/>
              <a:buFont typeface="Oswald"/>
              <a:buChar char="●"/>
            </a:pPr>
            <a:r>
              <a:rPr lang="en-US" sz="2700">
                <a:solidFill>
                  <a:srgbClr val="5B0F00"/>
                </a:solidFill>
                <a:latin typeface="Oswald"/>
                <a:ea typeface="Oswald"/>
                <a:cs typeface="Oswald"/>
                <a:sym typeface="Oswald"/>
              </a:rPr>
              <a:t>HSV (Hue, Saturation, Value)</a:t>
            </a:r>
            <a:endParaRPr sz="2700">
              <a:solidFill>
                <a:srgbClr val="5B0F00"/>
              </a:solidFill>
              <a:latin typeface="Oswald"/>
              <a:ea typeface="Oswald"/>
              <a:cs typeface="Oswald"/>
              <a:sym typeface="Oswald"/>
            </a:endParaRPr>
          </a:p>
          <a:p>
            <a:pPr indent="-400050" lvl="0" marL="457200" rtl="0" algn="l">
              <a:spcBef>
                <a:spcPts val="0"/>
              </a:spcBef>
              <a:spcAft>
                <a:spcPts val="0"/>
              </a:spcAft>
              <a:buClr>
                <a:srgbClr val="5B0F00"/>
              </a:buClr>
              <a:buSzPts val="2700"/>
              <a:buFont typeface="Oswald"/>
              <a:buChar char="●"/>
            </a:pPr>
            <a:r>
              <a:rPr lang="en-US" sz="2700">
                <a:solidFill>
                  <a:srgbClr val="5B0F00"/>
                </a:solidFill>
                <a:latin typeface="Oswald"/>
                <a:ea typeface="Oswald"/>
                <a:cs typeface="Oswald"/>
                <a:sym typeface="Oswald"/>
              </a:rPr>
              <a:t>HLS (Hue, Lightness, Saturation)</a:t>
            </a:r>
            <a:endParaRPr sz="2700">
              <a:solidFill>
                <a:srgbClr val="5B0F00"/>
              </a:solidFill>
              <a:latin typeface="Oswald"/>
              <a:ea typeface="Oswald"/>
              <a:cs typeface="Oswald"/>
              <a:sym typeface="Oswald"/>
            </a:endParaRPr>
          </a:p>
          <a:p>
            <a:pPr indent="-400050" lvl="0" marL="457200" rtl="0" algn="l">
              <a:spcBef>
                <a:spcPts val="0"/>
              </a:spcBef>
              <a:spcAft>
                <a:spcPts val="0"/>
              </a:spcAft>
              <a:buClr>
                <a:srgbClr val="5B0F00"/>
              </a:buClr>
              <a:buSzPts val="2700"/>
              <a:buFont typeface="Oswald"/>
              <a:buChar char="●"/>
            </a:pPr>
            <a:r>
              <a:rPr lang="en-US" sz="2700">
                <a:solidFill>
                  <a:srgbClr val="5B0F00"/>
                </a:solidFill>
                <a:latin typeface="Oswald"/>
                <a:ea typeface="Oswald"/>
                <a:cs typeface="Oswald"/>
                <a:sym typeface="Oswald"/>
              </a:rPr>
              <a:t>YIQ (Luminance,In phase, Quadrature)</a:t>
            </a:r>
            <a:endParaRPr sz="2700">
              <a:solidFill>
                <a:srgbClr val="5B0F00"/>
              </a:solidFill>
              <a:latin typeface="Oswald"/>
              <a:ea typeface="Oswald"/>
              <a:cs typeface="Oswald"/>
              <a:sym typeface="Oswald"/>
            </a:endParaRPr>
          </a:p>
          <a:p>
            <a:pPr indent="-400050" lvl="0" marL="457200" rtl="0" algn="l">
              <a:spcBef>
                <a:spcPts val="0"/>
              </a:spcBef>
              <a:spcAft>
                <a:spcPts val="0"/>
              </a:spcAft>
              <a:buClr>
                <a:srgbClr val="5B0F00"/>
              </a:buClr>
              <a:buSzPts val="2700"/>
              <a:buFont typeface="Oswald"/>
              <a:buChar char="●"/>
            </a:pPr>
            <a:r>
              <a:rPr lang="en-US" sz="2700">
                <a:solidFill>
                  <a:srgbClr val="5B0F00"/>
                </a:solidFill>
                <a:latin typeface="Oswald"/>
                <a:ea typeface="Oswald"/>
                <a:cs typeface="Oswald"/>
                <a:sym typeface="Oswald"/>
              </a:rPr>
              <a:t>YUV (Y' stands for the lumaY' stands for the luma component (the brightness) and U and V are the chrominance (color) components )</a:t>
            </a:r>
            <a:endParaRPr sz="2700">
              <a:solidFill>
                <a:srgbClr val="5B0F00"/>
              </a:solidFill>
              <a:latin typeface="Oswald"/>
              <a:ea typeface="Oswald"/>
              <a:cs typeface="Oswald"/>
              <a:sym typeface="Oswald"/>
            </a:endParaRPr>
          </a:p>
          <a:p>
            <a:pPr indent="0" lvl="0" marL="457200" rtl="0" algn="l">
              <a:spcBef>
                <a:spcPts val="0"/>
              </a:spcBef>
              <a:spcAft>
                <a:spcPts val="0"/>
              </a:spcAft>
              <a:buNone/>
            </a:pPr>
            <a:r>
              <a:t/>
            </a:r>
            <a:endParaRPr sz="2700">
              <a:solidFill>
                <a:srgbClr val="5B0F00"/>
              </a:solidFill>
              <a:latin typeface="Oswald"/>
              <a:ea typeface="Oswald"/>
              <a:cs typeface="Oswald"/>
              <a:sym typeface="Oswald"/>
            </a:endParaRPr>
          </a:p>
        </p:txBody>
      </p:sp>
      <p:sp>
        <p:nvSpPr>
          <p:cNvPr id="225" name="Google Shape;225;p26"/>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30" name="Shape 230"/>
        <p:cNvGrpSpPr/>
        <p:nvPr/>
      </p:nvGrpSpPr>
      <p:grpSpPr>
        <a:xfrm>
          <a:off x="0" y="0"/>
          <a:ext cx="0" cy="0"/>
          <a:chOff x="0" y="0"/>
          <a:chExt cx="0" cy="0"/>
        </a:xfrm>
      </p:grpSpPr>
      <p:cxnSp>
        <p:nvCxnSpPr>
          <p:cNvPr id="231" name="Google Shape;231;p27"/>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232" name="Google Shape;232;p27"/>
          <p:cNvSpPr txBox="1"/>
          <p:nvPr/>
        </p:nvSpPr>
        <p:spPr>
          <a:xfrm>
            <a:off x="3613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Additive Color</a:t>
            </a:r>
            <a:endParaRPr b="1" i="0" sz="3400" u="none" cap="none" strike="noStrike">
              <a:solidFill>
                <a:srgbClr val="5B0F00"/>
              </a:solidFill>
              <a:latin typeface="Oswald"/>
              <a:ea typeface="Oswald"/>
              <a:cs typeface="Oswald"/>
              <a:sym typeface="Oswald"/>
            </a:endParaRPr>
          </a:p>
        </p:txBody>
      </p:sp>
      <p:sp>
        <p:nvSpPr>
          <p:cNvPr id="233" name="Google Shape;233;p27"/>
          <p:cNvSpPr txBox="1"/>
          <p:nvPr/>
        </p:nvSpPr>
        <p:spPr>
          <a:xfrm>
            <a:off x="382150" y="870281"/>
            <a:ext cx="8108100" cy="198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3200"/>
              <a:buFont typeface="Arial"/>
              <a:buNone/>
            </a:pPr>
            <a:r>
              <a:rPr lang="en-US" sz="2700">
                <a:solidFill>
                  <a:srgbClr val="5B0F00"/>
                </a:solidFill>
                <a:latin typeface="Oswald"/>
                <a:ea typeface="Oswald"/>
                <a:cs typeface="Oswald"/>
                <a:sym typeface="Oswald"/>
              </a:rPr>
              <a:t>Additive color mixing begins with black and ends with white; as more color is added, the result is lighter and tends to white. If we are working on a computer, the colors we see on the screen are created with light using the additive color method. </a:t>
            </a:r>
            <a:endParaRPr sz="2100">
              <a:solidFill>
                <a:srgbClr val="5B0F00"/>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3200"/>
              <a:buFont typeface="Arial"/>
              <a:buNone/>
            </a:pPr>
            <a:r>
              <a:t/>
            </a:r>
            <a:endParaRPr sz="2700">
              <a:solidFill>
                <a:srgbClr val="5B0F00"/>
              </a:solidFill>
              <a:latin typeface="Oswald"/>
              <a:ea typeface="Oswald"/>
              <a:cs typeface="Oswald"/>
              <a:sym typeface="Oswald"/>
            </a:endParaRPr>
          </a:p>
        </p:txBody>
      </p:sp>
      <p:pic>
        <p:nvPicPr>
          <p:cNvPr id="234" name="Google Shape;234;p27"/>
          <p:cNvPicPr preferRelativeResize="0"/>
          <p:nvPr/>
        </p:nvPicPr>
        <p:blipFill rotWithShape="1">
          <a:blip r:embed="rId3">
            <a:alphaModFix/>
          </a:blip>
          <a:srcRect b="0" l="0" r="0" t="0"/>
          <a:stretch/>
        </p:blipFill>
        <p:spPr>
          <a:xfrm>
            <a:off x="1546975" y="2627081"/>
            <a:ext cx="1985400" cy="1985400"/>
          </a:xfrm>
          <a:prstGeom prst="rect">
            <a:avLst/>
          </a:prstGeom>
          <a:noFill/>
          <a:ln>
            <a:noFill/>
          </a:ln>
        </p:spPr>
      </p:pic>
      <p:sp>
        <p:nvSpPr>
          <p:cNvPr id="235" name="Google Shape;235;p27"/>
          <p:cNvSpPr txBox="1"/>
          <p:nvPr/>
        </p:nvSpPr>
        <p:spPr>
          <a:xfrm>
            <a:off x="3886900" y="3277875"/>
            <a:ext cx="4023000" cy="70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5B0F00"/>
                </a:solidFill>
                <a:latin typeface="Oswald"/>
                <a:ea typeface="Oswald"/>
                <a:cs typeface="Oswald"/>
                <a:sym typeface="Oswald"/>
              </a:rPr>
              <a:t>RGB </a:t>
            </a:r>
            <a:r>
              <a:rPr b="0" i="0" lang="en-US" sz="2700" u="none" cap="none" strike="noStrike">
                <a:solidFill>
                  <a:srgbClr val="5B0F00"/>
                </a:solidFill>
                <a:latin typeface="Oswald"/>
                <a:ea typeface="Oswald"/>
                <a:cs typeface="Oswald"/>
                <a:sym typeface="Oswald"/>
              </a:rPr>
              <a:t>color model applies </a:t>
            </a:r>
            <a:r>
              <a:rPr b="1" i="0" lang="en-US" sz="2700" u="none" cap="none" strike="noStrike">
                <a:solidFill>
                  <a:srgbClr val="5B0F00"/>
                </a:solidFill>
                <a:latin typeface="Oswald"/>
                <a:ea typeface="Oswald"/>
                <a:cs typeface="Oswald"/>
                <a:sym typeface="Oswald"/>
              </a:rPr>
              <a:t>Additive </a:t>
            </a:r>
            <a:r>
              <a:rPr b="0" i="0" lang="en-US" sz="2700" u="none" cap="none" strike="noStrike">
                <a:solidFill>
                  <a:srgbClr val="5B0F00"/>
                </a:solidFill>
                <a:latin typeface="Oswald"/>
                <a:ea typeface="Oswald"/>
                <a:cs typeface="Oswald"/>
                <a:sym typeface="Oswald"/>
              </a:rPr>
              <a:t>model</a:t>
            </a:r>
            <a:endParaRPr b="0" i="0" sz="2700" u="none" cap="none" strike="noStrike">
              <a:solidFill>
                <a:srgbClr val="5B0F00"/>
              </a:solidFill>
              <a:latin typeface="Oswald"/>
              <a:ea typeface="Oswald"/>
              <a:cs typeface="Oswald"/>
              <a:sym typeface="Oswald"/>
            </a:endParaRPr>
          </a:p>
        </p:txBody>
      </p:sp>
      <p:sp>
        <p:nvSpPr>
          <p:cNvPr id="236" name="Google Shape;236;p27"/>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1" name="Shape 241"/>
        <p:cNvGrpSpPr/>
        <p:nvPr/>
      </p:nvGrpSpPr>
      <p:grpSpPr>
        <a:xfrm>
          <a:off x="0" y="0"/>
          <a:ext cx="0" cy="0"/>
          <a:chOff x="0" y="0"/>
          <a:chExt cx="0" cy="0"/>
        </a:xfrm>
      </p:grpSpPr>
      <p:cxnSp>
        <p:nvCxnSpPr>
          <p:cNvPr id="242" name="Google Shape;242;p28"/>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243" name="Google Shape;243;p28"/>
          <p:cNvSpPr txBox="1"/>
          <p:nvPr/>
        </p:nvSpPr>
        <p:spPr>
          <a:xfrm>
            <a:off x="3613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RGB Model</a:t>
            </a:r>
            <a:endParaRPr b="1" i="0" sz="3400" u="none" cap="none" strike="noStrike">
              <a:solidFill>
                <a:srgbClr val="5B0F00"/>
              </a:solidFill>
              <a:latin typeface="Oswald"/>
              <a:ea typeface="Oswald"/>
              <a:cs typeface="Oswald"/>
              <a:sym typeface="Oswald"/>
            </a:endParaRPr>
          </a:p>
        </p:txBody>
      </p:sp>
      <p:pic>
        <p:nvPicPr>
          <p:cNvPr id="244" name="Google Shape;244;p28"/>
          <p:cNvPicPr preferRelativeResize="0"/>
          <p:nvPr/>
        </p:nvPicPr>
        <p:blipFill rotWithShape="1">
          <a:blip r:embed="rId3">
            <a:alphaModFix/>
          </a:blip>
          <a:srcRect b="0" l="0" r="0" t="0"/>
          <a:stretch/>
        </p:blipFill>
        <p:spPr>
          <a:xfrm>
            <a:off x="319625" y="796969"/>
            <a:ext cx="3858507" cy="3074981"/>
          </a:xfrm>
          <a:prstGeom prst="rect">
            <a:avLst/>
          </a:prstGeom>
          <a:noFill/>
          <a:ln>
            <a:noFill/>
          </a:ln>
        </p:spPr>
      </p:pic>
      <p:sp>
        <p:nvSpPr>
          <p:cNvPr id="245" name="Google Shape;245;p28"/>
          <p:cNvSpPr txBox="1"/>
          <p:nvPr/>
        </p:nvSpPr>
        <p:spPr>
          <a:xfrm>
            <a:off x="235775" y="3937922"/>
            <a:ext cx="5878200" cy="4806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500"/>
              </a:spcBef>
              <a:spcAft>
                <a:spcPts val="0"/>
              </a:spcAft>
              <a:buClr>
                <a:srgbClr val="000000"/>
              </a:buClr>
              <a:buSzPts val="2200"/>
              <a:buFont typeface="Arial"/>
              <a:buNone/>
            </a:pPr>
            <a:r>
              <a:rPr b="1" i="0" lang="en-US" sz="2200" u="none" cap="none" strike="noStrike">
                <a:solidFill>
                  <a:srgbClr val="5B0F00"/>
                </a:solidFill>
                <a:latin typeface="Oswald"/>
                <a:ea typeface="Oswald"/>
                <a:cs typeface="Oswald"/>
                <a:sym typeface="Oswald"/>
              </a:rPr>
              <a:t>Model based on</a:t>
            </a:r>
            <a:r>
              <a:rPr b="0" i="0" lang="en-US" sz="1800" u="none" cap="none" strike="noStrike">
                <a:solidFill>
                  <a:srgbClr val="5B0F00"/>
                </a:solidFill>
                <a:latin typeface="Oswald"/>
                <a:ea typeface="Oswald"/>
                <a:cs typeface="Oswald"/>
                <a:sym typeface="Oswald"/>
              </a:rPr>
              <a:t> </a:t>
            </a:r>
            <a:r>
              <a:rPr b="1" i="0" lang="en-US" sz="2100" u="none" cap="none" strike="noStrike">
                <a:solidFill>
                  <a:srgbClr val="5B0F00"/>
                </a:solidFill>
                <a:latin typeface="Oswald"/>
                <a:ea typeface="Oswald"/>
                <a:cs typeface="Oswald"/>
                <a:sym typeface="Oswald"/>
              </a:rPr>
              <a:t>Cartesian Coordinate System</a:t>
            </a:r>
            <a:endParaRPr b="1" i="0" sz="1900" u="none" cap="none" strike="noStrike">
              <a:solidFill>
                <a:schemeClr val="accent3"/>
              </a:solidFill>
              <a:latin typeface="Average"/>
              <a:ea typeface="Average"/>
              <a:cs typeface="Average"/>
              <a:sym typeface="Average"/>
            </a:endParaRPr>
          </a:p>
        </p:txBody>
      </p:sp>
      <p:pic>
        <p:nvPicPr>
          <p:cNvPr id="246" name="Google Shape;246;p28"/>
          <p:cNvPicPr preferRelativeResize="0"/>
          <p:nvPr/>
        </p:nvPicPr>
        <p:blipFill rotWithShape="1">
          <a:blip r:embed="rId4">
            <a:alphaModFix/>
          </a:blip>
          <a:srcRect b="0" l="0" r="0" t="0"/>
          <a:stretch/>
        </p:blipFill>
        <p:spPr>
          <a:xfrm>
            <a:off x="4825275" y="659221"/>
            <a:ext cx="3699693" cy="3350468"/>
          </a:xfrm>
          <a:prstGeom prst="rect">
            <a:avLst/>
          </a:prstGeom>
          <a:noFill/>
          <a:ln>
            <a:noFill/>
          </a:ln>
        </p:spPr>
      </p:pic>
      <p:sp>
        <p:nvSpPr>
          <p:cNvPr id="247" name="Google Shape;247;p28"/>
          <p:cNvSpPr txBox="1"/>
          <p:nvPr/>
        </p:nvSpPr>
        <p:spPr>
          <a:xfrm>
            <a:off x="5759275" y="3937931"/>
            <a:ext cx="2980800" cy="75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5B0F00"/>
                </a:solidFill>
                <a:latin typeface="Oswald"/>
                <a:ea typeface="Oswald"/>
                <a:cs typeface="Oswald"/>
                <a:sym typeface="Oswald"/>
              </a:rPr>
              <a:t>RGB 24 bit (8</a:t>
            </a:r>
            <a:r>
              <a:rPr b="1" lang="en-US" sz="2200">
                <a:solidFill>
                  <a:srgbClr val="5B0F00"/>
                </a:solidFill>
                <a:latin typeface="Oswald"/>
                <a:ea typeface="Oswald"/>
                <a:cs typeface="Oswald"/>
                <a:sym typeface="Oswald"/>
              </a:rPr>
              <a:t>-bit per channel)</a:t>
            </a:r>
            <a:r>
              <a:rPr b="1" i="0" lang="en-US" sz="2200" u="none" cap="none" strike="noStrike">
                <a:solidFill>
                  <a:srgbClr val="5B0F00"/>
                </a:solidFill>
                <a:latin typeface="Oswald"/>
                <a:ea typeface="Oswald"/>
                <a:cs typeface="Oswald"/>
                <a:sym typeface="Oswald"/>
              </a:rPr>
              <a:t> color cube</a:t>
            </a:r>
            <a:endParaRPr b="1" i="0" sz="2200" u="none" cap="none" strike="noStrike">
              <a:solidFill>
                <a:srgbClr val="5B0F00"/>
              </a:solidFill>
              <a:latin typeface="Oswald"/>
              <a:ea typeface="Oswald"/>
              <a:cs typeface="Oswald"/>
              <a:sym typeface="Oswald"/>
            </a:endParaRPr>
          </a:p>
        </p:txBody>
      </p:sp>
      <p:sp>
        <p:nvSpPr>
          <p:cNvPr id="248" name="Google Shape;248;p28"/>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3" name="Shape 253"/>
        <p:cNvGrpSpPr/>
        <p:nvPr/>
      </p:nvGrpSpPr>
      <p:grpSpPr>
        <a:xfrm>
          <a:off x="0" y="0"/>
          <a:ext cx="0" cy="0"/>
          <a:chOff x="0" y="0"/>
          <a:chExt cx="0" cy="0"/>
        </a:xfrm>
      </p:grpSpPr>
      <p:cxnSp>
        <p:nvCxnSpPr>
          <p:cNvPr id="254" name="Google Shape;254;p29"/>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255" name="Google Shape;255;p29"/>
          <p:cNvSpPr txBox="1"/>
          <p:nvPr/>
        </p:nvSpPr>
        <p:spPr>
          <a:xfrm>
            <a:off x="3613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RGB Model</a:t>
            </a:r>
            <a:endParaRPr b="1" i="0" sz="3400" u="none" cap="none" strike="noStrike">
              <a:solidFill>
                <a:srgbClr val="5B0F00"/>
              </a:solidFill>
              <a:latin typeface="Oswald"/>
              <a:ea typeface="Oswald"/>
              <a:cs typeface="Oswald"/>
              <a:sym typeface="Oswald"/>
            </a:endParaRPr>
          </a:p>
        </p:txBody>
      </p:sp>
      <p:sp>
        <p:nvSpPr>
          <p:cNvPr id="256" name="Google Shape;256;p29"/>
          <p:cNvSpPr txBox="1"/>
          <p:nvPr/>
        </p:nvSpPr>
        <p:spPr>
          <a:xfrm>
            <a:off x="319625" y="815138"/>
            <a:ext cx="8609100" cy="3669300"/>
          </a:xfrm>
          <a:prstGeom prst="rect">
            <a:avLst/>
          </a:prstGeom>
          <a:noFill/>
          <a:ln>
            <a:noFill/>
          </a:ln>
        </p:spPr>
        <p:txBody>
          <a:bodyPr anchorCtr="0" anchor="t" bIns="91425" lIns="91425" spcFirstLastPara="1" rIns="91425" wrap="square" tIns="91425">
            <a:noAutofit/>
          </a:bodyPr>
          <a:lstStyle/>
          <a:p>
            <a:pPr indent="-431800" lvl="0" marL="457200" marR="0" rtl="0" algn="just">
              <a:lnSpc>
                <a:spcPct val="80000"/>
              </a:lnSpc>
              <a:spcBef>
                <a:spcPts val="0"/>
              </a:spcBef>
              <a:spcAft>
                <a:spcPts val="0"/>
              </a:spcAft>
              <a:buClr>
                <a:srgbClr val="5B0F00"/>
              </a:buClr>
              <a:buSzPts val="3200"/>
              <a:buFont typeface="Oswald"/>
              <a:buChar char="●"/>
            </a:pPr>
            <a:r>
              <a:rPr b="0" i="0" lang="en-US" sz="2500" u="none" cap="none" strike="noStrike">
                <a:solidFill>
                  <a:srgbClr val="5B0F00"/>
                </a:solidFill>
                <a:latin typeface="Oswald"/>
                <a:ea typeface="Oswald"/>
                <a:cs typeface="Oswald"/>
                <a:sym typeface="Oswald"/>
              </a:rPr>
              <a:t>Primary colors are </a:t>
            </a:r>
            <a:r>
              <a:rPr b="1" i="0" lang="en-US" sz="2500" u="none" cap="none" strike="noStrike">
                <a:solidFill>
                  <a:srgbClr val="FF0000"/>
                </a:solidFill>
                <a:latin typeface="Oswald"/>
                <a:ea typeface="Oswald"/>
                <a:cs typeface="Oswald"/>
                <a:sym typeface="Oswald"/>
              </a:rPr>
              <a:t>red</a:t>
            </a:r>
            <a:r>
              <a:rPr b="0" i="0" lang="en-US" sz="2500" u="none" cap="none" strike="noStrike">
                <a:solidFill>
                  <a:srgbClr val="5B0F00"/>
                </a:solidFill>
                <a:latin typeface="Oswald"/>
                <a:ea typeface="Oswald"/>
                <a:cs typeface="Oswald"/>
                <a:sym typeface="Oswald"/>
              </a:rPr>
              <a:t>, </a:t>
            </a:r>
            <a:r>
              <a:rPr b="1" i="0" lang="en-US" sz="2500" u="none" cap="none" strike="noStrike">
                <a:solidFill>
                  <a:srgbClr val="00FF00"/>
                </a:solidFill>
                <a:latin typeface="Oswald"/>
                <a:ea typeface="Oswald"/>
                <a:cs typeface="Oswald"/>
                <a:sym typeface="Oswald"/>
              </a:rPr>
              <a:t>green</a:t>
            </a:r>
            <a:r>
              <a:rPr b="0" i="0" lang="en-US" sz="2500" u="none" cap="none" strike="noStrike">
                <a:solidFill>
                  <a:srgbClr val="5B0F00"/>
                </a:solidFill>
                <a:latin typeface="Oswald"/>
                <a:ea typeface="Oswald"/>
                <a:cs typeface="Oswald"/>
                <a:sym typeface="Oswald"/>
              </a:rPr>
              <a:t>, and </a:t>
            </a:r>
            <a:r>
              <a:rPr b="1" i="0" lang="en-US" sz="2500" u="none" cap="none" strike="noStrike">
                <a:solidFill>
                  <a:srgbClr val="0000FF"/>
                </a:solidFill>
                <a:latin typeface="Oswald"/>
                <a:ea typeface="Oswald"/>
                <a:cs typeface="Oswald"/>
                <a:sym typeface="Oswald"/>
              </a:rPr>
              <a:t>blue</a:t>
            </a:r>
            <a:r>
              <a:rPr b="0" i="0" lang="en-US" sz="2500" u="none" cap="none" strike="noStrike">
                <a:solidFill>
                  <a:srgbClr val="5B0F00"/>
                </a:solidFill>
                <a:latin typeface="Oswald"/>
                <a:ea typeface="Oswald"/>
                <a:cs typeface="Oswald"/>
                <a:sym typeface="Oswald"/>
              </a:rPr>
              <a:t>.</a:t>
            </a:r>
            <a:endParaRPr b="0" i="0" sz="2500" u="none" cap="none" strike="noStrike">
              <a:solidFill>
                <a:srgbClr val="5B0F00"/>
              </a:solidFill>
              <a:latin typeface="Oswald"/>
              <a:ea typeface="Oswald"/>
              <a:cs typeface="Oswald"/>
              <a:sym typeface="Oswald"/>
            </a:endParaRPr>
          </a:p>
          <a:p>
            <a:pPr indent="-431800" lvl="0" marL="457200" marR="0" rtl="0" algn="just">
              <a:lnSpc>
                <a:spcPct val="80000"/>
              </a:lnSpc>
              <a:spcBef>
                <a:spcPts val="0"/>
              </a:spcBef>
              <a:spcAft>
                <a:spcPts val="0"/>
              </a:spcAft>
              <a:buClr>
                <a:srgbClr val="5B0F00"/>
              </a:buClr>
              <a:buSzPts val="3200"/>
              <a:buFont typeface="Oswald"/>
              <a:buChar char="●"/>
            </a:pPr>
            <a:r>
              <a:rPr b="0" i="0" lang="en-US" sz="2500" u="none" cap="none" strike="noStrike">
                <a:solidFill>
                  <a:srgbClr val="5B0F00"/>
                </a:solidFill>
                <a:latin typeface="Oswald"/>
                <a:ea typeface="Oswald"/>
                <a:cs typeface="Oswald"/>
                <a:sym typeface="Oswald"/>
              </a:rPr>
              <a:t>The RGB model is usually represented by a unit cube with one corner located at the origin of a three-dimensional color coordinate system, the axes being labeled R, G, B, and having a range of values [0, 1].</a:t>
            </a:r>
            <a:endParaRPr b="0" i="0" sz="2500" u="none" cap="none" strike="noStrike">
              <a:solidFill>
                <a:srgbClr val="5B0F00"/>
              </a:solidFill>
              <a:latin typeface="Oswald"/>
              <a:ea typeface="Oswald"/>
              <a:cs typeface="Oswald"/>
              <a:sym typeface="Oswald"/>
            </a:endParaRPr>
          </a:p>
          <a:p>
            <a:pPr indent="-444500" lvl="0" marL="457200" marR="0" rtl="0" algn="just">
              <a:lnSpc>
                <a:spcPct val="100000"/>
              </a:lnSpc>
              <a:spcBef>
                <a:spcPts val="400"/>
              </a:spcBef>
              <a:spcAft>
                <a:spcPts val="0"/>
              </a:spcAft>
              <a:buClr>
                <a:srgbClr val="5B0F00"/>
              </a:buClr>
              <a:buSzPts val="3800"/>
              <a:buFont typeface="Oswald"/>
              <a:buChar char="●"/>
            </a:pPr>
            <a:r>
              <a:rPr b="0" i="0" lang="en-US" sz="2400" u="none" cap="none" strike="noStrike">
                <a:solidFill>
                  <a:srgbClr val="5B0F00"/>
                </a:solidFill>
                <a:latin typeface="Oswald"/>
                <a:ea typeface="Oswald"/>
                <a:cs typeface="Oswald"/>
                <a:sym typeface="Oswald"/>
              </a:rPr>
              <a:t>The origin (0, 0, 0) is considered </a:t>
            </a:r>
            <a:r>
              <a:rPr b="1" i="0" lang="en-US" sz="2400" u="none" cap="none" strike="noStrike">
                <a:solidFill>
                  <a:srgbClr val="000000"/>
                </a:solidFill>
                <a:latin typeface="Oswald"/>
                <a:ea typeface="Oswald"/>
                <a:cs typeface="Oswald"/>
                <a:sym typeface="Oswald"/>
              </a:rPr>
              <a:t>black</a:t>
            </a:r>
            <a:r>
              <a:rPr b="0" i="0" lang="en-US" sz="2400" u="none" cap="none" strike="noStrike">
                <a:solidFill>
                  <a:srgbClr val="5B0F00"/>
                </a:solidFill>
                <a:latin typeface="Oswald"/>
                <a:ea typeface="Oswald"/>
                <a:cs typeface="Oswald"/>
                <a:sym typeface="Oswald"/>
              </a:rPr>
              <a:t> and the diagonally opposite corner (1, 1, 1) is called </a:t>
            </a:r>
            <a:r>
              <a:rPr b="1" i="0" lang="en-US" sz="2400" u="none" cap="none" strike="noStrike">
                <a:solidFill>
                  <a:schemeClr val="dk1"/>
                </a:solidFill>
                <a:highlight>
                  <a:schemeClr val="lt1"/>
                </a:highlight>
                <a:latin typeface="Oswald"/>
                <a:ea typeface="Oswald"/>
                <a:cs typeface="Oswald"/>
                <a:sym typeface="Oswald"/>
              </a:rPr>
              <a:t>white</a:t>
            </a:r>
            <a:r>
              <a:rPr b="0" i="0" lang="en-US" sz="2400" u="none" cap="none" strike="noStrike">
                <a:solidFill>
                  <a:srgbClr val="5B0F00"/>
                </a:solidFill>
                <a:latin typeface="Oswald"/>
                <a:ea typeface="Oswald"/>
                <a:cs typeface="Oswald"/>
                <a:sym typeface="Oswald"/>
              </a:rPr>
              <a:t>. The line joining black to white represents a gray scale and has R=G=B.</a:t>
            </a:r>
            <a:endParaRPr b="0" i="0" sz="1800" u="none" cap="none" strike="noStrike">
              <a:solidFill>
                <a:srgbClr val="5B0F00"/>
              </a:solidFill>
              <a:latin typeface="Oswald"/>
              <a:ea typeface="Oswald"/>
              <a:cs typeface="Oswald"/>
              <a:sym typeface="Oswald"/>
            </a:endParaRPr>
          </a:p>
          <a:p>
            <a:pPr indent="-444500" lvl="0" marL="457200" marR="0" rtl="0" algn="just">
              <a:lnSpc>
                <a:spcPct val="80000"/>
              </a:lnSpc>
              <a:spcBef>
                <a:spcPts val="0"/>
              </a:spcBef>
              <a:spcAft>
                <a:spcPts val="0"/>
              </a:spcAft>
              <a:buClr>
                <a:srgbClr val="5B0F00"/>
              </a:buClr>
              <a:buSzPts val="3800"/>
              <a:buFont typeface="Oswald"/>
              <a:buChar char="●"/>
            </a:pPr>
            <a:r>
              <a:rPr b="0" i="0" lang="en-US" sz="2400" u="none" cap="none" strike="noStrike">
                <a:solidFill>
                  <a:srgbClr val="5B0F00"/>
                </a:solidFill>
                <a:latin typeface="Oswald"/>
                <a:ea typeface="Oswald"/>
                <a:cs typeface="Oswald"/>
                <a:sym typeface="Oswald"/>
              </a:rPr>
              <a:t>This is the model used for active displays such as television and computer screens. </a:t>
            </a:r>
            <a:endParaRPr b="0" i="0" sz="3400" u="none" cap="none" strike="noStrike">
              <a:solidFill>
                <a:srgbClr val="5B0F00"/>
              </a:solidFill>
              <a:latin typeface="Oswald"/>
              <a:ea typeface="Oswald"/>
              <a:cs typeface="Oswald"/>
              <a:sym typeface="Oswald"/>
            </a:endParaRPr>
          </a:p>
        </p:txBody>
      </p:sp>
      <p:sp>
        <p:nvSpPr>
          <p:cNvPr id="257" name="Google Shape;257;p29"/>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62" name="Shape 262"/>
        <p:cNvGrpSpPr/>
        <p:nvPr/>
      </p:nvGrpSpPr>
      <p:grpSpPr>
        <a:xfrm>
          <a:off x="0" y="0"/>
          <a:ext cx="0" cy="0"/>
          <a:chOff x="0" y="0"/>
          <a:chExt cx="0" cy="0"/>
        </a:xfrm>
      </p:grpSpPr>
      <p:cxnSp>
        <p:nvCxnSpPr>
          <p:cNvPr id="263" name="Google Shape;263;p30"/>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264" name="Google Shape;264;p30"/>
          <p:cNvSpPr txBox="1"/>
          <p:nvPr/>
        </p:nvSpPr>
        <p:spPr>
          <a:xfrm>
            <a:off x="3613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Subtractive Color</a:t>
            </a:r>
            <a:endParaRPr b="1" i="0" sz="3400" u="none" cap="none" strike="noStrike">
              <a:solidFill>
                <a:srgbClr val="5B0F00"/>
              </a:solidFill>
              <a:latin typeface="Oswald"/>
              <a:ea typeface="Oswald"/>
              <a:cs typeface="Oswald"/>
              <a:sym typeface="Oswald"/>
            </a:endParaRPr>
          </a:p>
        </p:txBody>
      </p:sp>
      <p:sp>
        <p:nvSpPr>
          <p:cNvPr id="265" name="Google Shape;265;p30"/>
          <p:cNvSpPr txBox="1"/>
          <p:nvPr/>
        </p:nvSpPr>
        <p:spPr>
          <a:xfrm>
            <a:off x="382150" y="870281"/>
            <a:ext cx="8108100" cy="198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US" sz="2800" u="none" cap="none" strike="noStrike">
                <a:solidFill>
                  <a:srgbClr val="5B0F00"/>
                </a:solidFill>
                <a:latin typeface="Oswald"/>
                <a:ea typeface="Oswald"/>
                <a:cs typeface="Oswald"/>
                <a:sym typeface="Oswald"/>
              </a:rPr>
              <a:t>Subtractive color mixing means that one begins with white and ends with black; as one adds color, the result gets darker and tends to be black. When we mix colors using paint, or through the printing process, we are using the subtractive color method.</a:t>
            </a:r>
            <a:endParaRPr b="0" i="0" sz="2100" u="none" cap="none" strike="noStrike">
              <a:solidFill>
                <a:srgbClr val="5B0F00"/>
              </a:solidFill>
              <a:latin typeface="Oswald"/>
              <a:ea typeface="Oswald"/>
              <a:cs typeface="Oswald"/>
              <a:sym typeface="Oswald"/>
            </a:endParaRPr>
          </a:p>
        </p:txBody>
      </p:sp>
      <p:sp>
        <p:nvSpPr>
          <p:cNvPr id="266" name="Google Shape;266;p30"/>
          <p:cNvSpPr txBox="1"/>
          <p:nvPr/>
        </p:nvSpPr>
        <p:spPr>
          <a:xfrm>
            <a:off x="3734500" y="3658875"/>
            <a:ext cx="4023000" cy="70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5B0F00"/>
                </a:solidFill>
                <a:latin typeface="Oswald"/>
                <a:ea typeface="Oswald"/>
                <a:cs typeface="Oswald"/>
                <a:sym typeface="Oswald"/>
              </a:rPr>
              <a:t>CMY </a:t>
            </a:r>
            <a:r>
              <a:rPr b="0" i="0" lang="en-US" sz="2700" u="none" cap="none" strike="noStrike">
                <a:solidFill>
                  <a:srgbClr val="5B0F00"/>
                </a:solidFill>
                <a:latin typeface="Oswald"/>
                <a:ea typeface="Oswald"/>
                <a:cs typeface="Oswald"/>
                <a:sym typeface="Oswald"/>
              </a:rPr>
              <a:t>color model applies </a:t>
            </a:r>
            <a:r>
              <a:rPr b="1" i="0" lang="en-US" sz="2700" u="none" cap="none" strike="noStrike">
                <a:solidFill>
                  <a:srgbClr val="5B0F00"/>
                </a:solidFill>
                <a:latin typeface="Oswald"/>
                <a:ea typeface="Oswald"/>
                <a:cs typeface="Oswald"/>
                <a:sym typeface="Oswald"/>
              </a:rPr>
              <a:t>Subtractive </a:t>
            </a:r>
            <a:r>
              <a:rPr b="0" i="0" lang="en-US" sz="2700" u="none" cap="none" strike="noStrike">
                <a:solidFill>
                  <a:srgbClr val="5B0F00"/>
                </a:solidFill>
                <a:latin typeface="Oswald"/>
                <a:ea typeface="Oswald"/>
                <a:cs typeface="Oswald"/>
                <a:sym typeface="Oswald"/>
              </a:rPr>
              <a:t>model</a:t>
            </a:r>
            <a:endParaRPr b="0" i="0" sz="2700" u="none" cap="none" strike="noStrike">
              <a:solidFill>
                <a:srgbClr val="5B0F00"/>
              </a:solidFill>
              <a:latin typeface="Oswald"/>
              <a:ea typeface="Oswald"/>
              <a:cs typeface="Oswald"/>
              <a:sym typeface="Oswald"/>
            </a:endParaRPr>
          </a:p>
        </p:txBody>
      </p:sp>
      <p:pic>
        <p:nvPicPr>
          <p:cNvPr id="267" name="Google Shape;267;p30"/>
          <p:cNvPicPr preferRelativeResize="0"/>
          <p:nvPr/>
        </p:nvPicPr>
        <p:blipFill rotWithShape="1">
          <a:blip r:embed="rId3">
            <a:alphaModFix/>
          </a:blip>
          <a:srcRect b="0" l="0" r="0" t="0"/>
          <a:stretch/>
        </p:blipFill>
        <p:spPr>
          <a:xfrm>
            <a:off x="1291800" y="3027656"/>
            <a:ext cx="2048286" cy="1985400"/>
          </a:xfrm>
          <a:prstGeom prst="rect">
            <a:avLst/>
          </a:prstGeom>
          <a:noFill/>
          <a:ln>
            <a:noFill/>
          </a:ln>
        </p:spPr>
      </p:pic>
      <p:sp>
        <p:nvSpPr>
          <p:cNvPr id="268" name="Google Shape;268;p30"/>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3" name="Shape 273"/>
        <p:cNvGrpSpPr/>
        <p:nvPr/>
      </p:nvGrpSpPr>
      <p:grpSpPr>
        <a:xfrm>
          <a:off x="0" y="0"/>
          <a:ext cx="0" cy="0"/>
          <a:chOff x="0" y="0"/>
          <a:chExt cx="0" cy="0"/>
        </a:xfrm>
      </p:grpSpPr>
      <p:cxnSp>
        <p:nvCxnSpPr>
          <p:cNvPr id="274" name="Google Shape;274;p31"/>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275" name="Google Shape;275;p31"/>
          <p:cNvSpPr txBox="1"/>
          <p:nvPr/>
        </p:nvSpPr>
        <p:spPr>
          <a:xfrm>
            <a:off x="3613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CMY Model</a:t>
            </a:r>
            <a:endParaRPr b="1" i="0" sz="3400" u="none" cap="none" strike="noStrike">
              <a:solidFill>
                <a:srgbClr val="5B0F00"/>
              </a:solidFill>
              <a:latin typeface="Oswald"/>
              <a:ea typeface="Oswald"/>
              <a:cs typeface="Oswald"/>
              <a:sym typeface="Oswald"/>
            </a:endParaRPr>
          </a:p>
        </p:txBody>
      </p:sp>
      <p:sp>
        <p:nvSpPr>
          <p:cNvPr id="276" name="Google Shape;276;p31"/>
          <p:cNvSpPr txBox="1"/>
          <p:nvPr/>
        </p:nvSpPr>
        <p:spPr>
          <a:xfrm>
            <a:off x="235775" y="3937922"/>
            <a:ext cx="5878200" cy="4806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500"/>
              </a:spcBef>
              <a:spcAft>
                <a:spcPts val="0"/>
              </a:spcAft>
              <a:buClr>
                <a:srgbClr val="000000"/>
              </a:buClr>
              <a:buSzPts val="2200"/>
              <a:buFont typeface="Arial"/>
              <a:buNone/>
            </a:pPr>
            <a:r>
              <a:rPr b="1" i="0" lang="en-US" sz="2200" u="none" cap="none" strike="noStrike">
                <a:solidFill>
                  <a:srgbClr val="5B0F00"/>
                </a:solidFill>
                <a:latin typeface="Oswald"/>
                <a:ea typeface="Oswald"/>
                <a:cs typeface="Oswald"/>
                <a:sym typeface="Oswald"/>
              </a:rPr>
              <a:t>Model based on</a:t>
            </a:r>
            <a:r>
              <a:rPr b="0" i="0" lang="en-US" sz="1800" u="none" cap="none" strike="noStrike">
                <a:solidFill>
                  <a:srgbClr val="5B0F00"/>
                </a:solidFill>
                <a:latin typeface="Oswald"/>
                <a:ea typeface="Oswald"/>
                <a:cs typeface="Oswald"/>
                <a:sym typeface="Oswald"/>
              </a:rPr>
              <a:t> </a:t>
            </a:r>
            <a:r>
              <a:rPr b="1" i="0" lang="en-US" sz="2100" u="none" cap="none" strike="noStrike">
                <a:solidFill>
                  <a:srgbClr val="5B0F00"/>
                </a:solidFill>
                <a:latin typeface="Oswald"/>
                <a:ea typeface="Oswald"/>
                <a:cs typeface="Oswald"/>
                <a:sym typeface="Oswald"/>
              </a:rPr>
              <a:t>Cartesian Coordinate System</a:t>
            </a:r>
            <a:endParaRPr b="1" i="0" sz="1900" u="none" cap="none" strike="noStrike">
              <a:solidFill>
                <a:schemeClr val="accent3"/>
              </a:solidFill>
              <a:latin typeface="Average"/>
              <a:ea typeface="Average"/>
              <a:cs typeface="Average"/>
              <a:sym typeface="Average"/>
            </a:endParaRPr>
          </a:p>
        </p:txBody>
      </p:sp>
      <p:pic>
        <p:nvPicPr>
          <p:cNvPr id="277" name="Google Shape;277;p31"/>
          <p:cNvPicPr preferRelativeResize="0"/>
          <p:nvPr/>
        </p:nvPicPr>
        <p:blipFill rotWithShape="1">
          <a:blip r:embed="rId3">
            <a:alphaModFix/>
          </a:blip>
          <a:srcRect b="0" l="0" r="0" t="0"/>
          <a:stretch/>
        </p:blipFill>
        <p:spPr>
          <a:xfrm>
            <a:off x="361325" y="1043944"/>
            <a:ext cx="3447506" cy="2828032"/>
          </a:xfrm>
          <a:prstGeom prst="rect">
            <a:avLst/>
          </a:prstGeom>
          <a:noFill/>
          <a:ln>
            <a:noFill/>
          </a:ln>
        </p:spPr>
      </p:pic>
      <p:pic>
        <p:nvPicPr>
          <p:cNvPr id="278" name="Google Shape;278;p31"/>
          <p:cNvPicPr preferRelativeResize="0"/>
          <p:nvPr/>
        </p:nvPicPr>
        <p:blipFill rotWithShape="1">
          <a:blip r:embed="rId4">
            <a:alphaModFix/>
          </a:blip>
          <a:srcRect b="0" l="0" r="0" t="0"/>
          <a:stretch/>
        </p:blipFill>
        <p:spPr>
          <a:xfrm>
            <a:off x="5110400" y="945000"/>
            <a:ext cx="3447506" cy="3253497"/>
          </a:xfrm>
          <a:prstGeom prst="rect">
            <a:avLst/>
          </a:prstGeom>
          <a:noFill/>
          <a:ln>
            <a:noFill/>
          </a:ln>
        </p:spPr>
      </p:pic>
      <p:sp>
        <p:nvSpPr>
          <p:cNvPr id="279" name="Google Shape;279;p31"/>
          <p:cNvSpPr txBox="1"/>
          <p:nvPr/>
        </p:nvSpPr>
        <p:spPr>
          <a:xfrm>
            <a:off x="5801900" y="4003894"/>
            <a:ext cx="29385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5B0F00"/>
                </a:solidFill>
                <a:latin typeface="Oswald"/>
                <a:ea typeface="Oswald"/>
                <a:cs typeface="Oswald"/>
                <a:sym typeface="Oswald"/>
              </a:rPr>
              <a:t>CMY color cube</a:t>
            </a:r>
            <a:endParaRPr b="1" i="0" sz="2100" u="none" cap="none" strike="noStrike">
              <a:solidFill>
                <a:srgbClr val="5B0F00"/>
              </a:solidFill>
              <a:latin typeface="Oswald"/>
              <a:ea typeface="Oswald"/>
              <a:cs typeface="Oswald"/>
              <a:sym typeface="Oswald"/>
            </a:endParaRPr>
          </a:p>
        </p:txBody>
      </p:sp>
      <p:sp>
        <p:nvSpPr>
          <p:cNvPr id="280" name="Google Shape;280;p31"/>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5" name="Shape 285"/>
        <p:cNvGrpSpPr/>
        <p:nvPr/>
      </p:nvGrpSpPr>
      <p:grpSpPr>
        <a:xfrm>
          <a:off x="0" y="0"/>
          <a:ext cx="0" cy="0"/>
          <a:chOff x="0" y="0"/>
          <a:chExt cx="0" cy="0"/>
        </a:xfrm>
      </p:grpSpPr>
      <p:cxnSp>
        <p:nvCxnSpPr>
          <p:cNvPr id="286" name="Google Shape;286;p32"/>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287" name="Google Shape;287;p32"/>
          <p:cNvSpPr txBox="1"/>
          <p:nvPr/>
        </p:nvSpPr>
        <p:spPr>
          <a:xfrm>
            <a:off x="208925" y="653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CMY Model</a:t>
            </a:r>
            <a:endParaRPr b="1" i="0" sz="3400" u="none" cap="none" strike="noStrike">
              <a:solidFill>
                <a:srgbClr val="5B0F00"/>
              </a:solidFill>
              <a:latin typeface="Oswald"/>
              <a:ea typeface="Oswald"/>
              <a:cs typeface="Oswald"/>
              <a:sym typeface="Oswald"/>
            </a:endParaRPr>
          </a:p>
        </p:txBody>
      </p:sp>
      <p:sp>
        <p:nvSpPr>
          <p:cNvPr id="288" name="Google Shape;288;p32"/>
          <p:cNvSpPr txBox="1"/>
          <p:nvPr/>
        </p:nvSpPr>
        <p:spPr>
          <a:xfrm>
            <a:off x="141769" y="377894"/>
            <a:ext cx="8609100" cy="3669300"/>
          </a:xfrm>
          <a:prstGeom prst="rect">
            <a:avLst/>
          </a:prstGeom>
          <a:noFill/>
          <a:ln>
            <a:noFill/>
          </a:ln>
        </p:spPr>
        <p:txBody>
          <a:bodyPr anchorCtr="0" anchor="t" bIns="91425" lIns="91425" spcFirstLastPara="1" rIns="91425" wrap="square" tIns="91425">
            <a:noAutofit/>
          </a:bodyPr>
          <a:lstStyle/>
          <a:p>
            <a:pPr indent="0" lvl="0" marL="0" marR="0" rtl="0" algn="just">
              <a:lnSpc>
                <a:spcPct val="80000"/>
              </a:lnSpc>
              <a:spcBef>
                <a:spcPts val="0"/>
              </a:spcBef>
              <a:spcAft>
                <a:spcPts val="0"/>
              </a:spcAft>
              <a:buClr>
                <a:srgbClr val="000000"/>
              </a:buClr>
              <a:buSzPts val="2700"/>
              <a:buFont typeface="Arial"/>
              <a:buNone/>
            </a:pPr>
            <a:r>
              <a:t/>
            </a:r>
            <a:endParaRPr b="0" i="0" sz="2800" u="none" cap="none" strike="noStrike">
              <a:solidFill>
                <a:srgbClr val="5B0F00"/>
              </a:solidFill>
              <a:latin typeface="Oswald"/>
              <a:ea typeface="Oswald"/>
              <a:cs typeface="Oswald"/>
              <a:sym typeface="Oswald"/>
            </a:endParaRPr>
          </a:p>
          <a:p>
            <a:pPr indent="-361950" lvl="0" marL="457200" marR="0" rtl="0" algn="just">
              <a:lnSpc>
                <a:spcPct val="100000"/>
              </a:lnSpc>
              <a:spcBef>
                <a:spcPts val="0"/>
              </a:spcBef>
              <a:spcAft>
                <a:spcPts val="0"/>
              </a:spcAft>
              <a:buClr>
                <a:srgbClr val="5B0F00"/>
              </a:buClr>
              <a:buSzPts val="2100"/>
              <a:buFont typeface="Oswald"/>
              <a:buChar char="●"/>
            </a:pPr>
            <a:r>
              <a:rPr b="0" i="0" lang="en-US" sz="2100" u="none" cap="none" strike="noStrike">
                <a:solidFill>
                  <a:srgbClr val="5B0F00"/>
                </a:solidFill>
                <a:latin typeface="Oswald"/>
                <a:ea typeface="Oswald"/>
                <a:cs typeface="Oswald"/>
                <a:sym typeface="Oswald"/>
              </a:rPr>
              <a:t>Cyan, magenta, and yellow are the secondary colors with respect to the primary colors of red, green, and blue. However, in this subtractive model, they are the primary colors and red, green, and blue, are the secondaries.</a:t>
            </a:r>
            <a:endParaRPr b="0" i="0" sz="3200" u="none" cap="none" strike="noStrike">
              <a:solidFill>
                <a:srgbClr val="5B0F00"/>
              </a:solidFill>
              <a:latin typeface="Oswald"/>
              <a:ea typeface="Oswald"/>
              <a:cs typeface="Oswald"/>
              <a:sym typeface="Oswald"/>
            </a:endParaRPr>
          </a:p>
          <a:p>
            <a:pPr indent="-361950" lvl="0" marL="457200" marR="0" rtl="0" algn="just">
              <a:lnSpc>
                <a:spcPct val="100000"/>
              </a:lnSpc>
              <a:spcBef>
                <a:spcPts val="0"/>
              </a:spcBef>
              <a:spcAft>
                <a:spcPts val="0"/>
              </a:spcAft>
              <a:buClr>
                <a:srgbClr val="5B0F00"/>
              </a:buClr>
              <a:buSzPts val="2100"/>
              <a:buFont typeface="Oswald"/>
              <a:buChar char="●"/>
            </a:pPr>
            <a:r>
              <a:rPr b="0" i="0" lang="en-US" sz="2100" u="none" cap="none" strike="noStrike">
                <a:solidFill>
                  <a:srgbClr val="5B0F00"/>
                </a:solidFill>
                <a:latin typeface="Oswald"/>
                <a:ea typeface="Oswald"/>
                <a:cs typeface="Oswald"/>
                <a:sym typeface="Oswald"/>
              </a:rPr>
              <a:t>In this model, colors are formed by subtraction, where adding different pigments causes various colors not to be reflected and thus not to be seen. Here, white is the absence of colors, and black is the sum of all of them.</a:t>
            </a:r>
            <a:endParaRPr b="0" i="0" sz="2500" u="none" cap="none" strike="noStrike">
              <a:solidFill>
                <a:srgbClr val="5B0F00"/>
              </a:solidFill>
              <a:latin typeface="Oswald"/>
              <a:ea typeface="Oswald"/>
              <a:cs typeface="Oswald"/>
              <a:sym typeface="Oswald"/>
            </a:endParaRPr>
          </a:p>
          <a:p>
            <a:pPr indent="-361950" lvl="0" marL="457200" marR="0" rtl="0" algn="just">
              <a:lnSpc>
                <a:spcPct val="100000"/>
              </a:lnSpc>
              <a:spcBef>
                <a:spcPts val="0"/>
              </a:spcBef>
              <a:spcAft>
                <a:spcPts val="0"/>
              </a:spcAft>
              <a:buClr>
                <a:srgbClr val="5B0F00"/>
              </a:buClr>
              <a:buSzPts val="2100"/>
              <a:buFont typeface="Oswald"/>
              <a:buChar char="●"/>
            </a:pPr>
            <a:r>
              <a:rPr b="0" i="0" lang="en-US" sz="2100" u="none" cap="none" strike="noStrike">
                <a:solidFill>
                  <a:srgbClr val="5B0F00"/>
                </a:solidFill>
                <a:latin typeface="Oswald"/>
                <a:ea typeface="Oswald"/>
                <a:cs typeface="Oswald"/>
                <a:sym typeface="Oswald"/>
              </a:rPr>
              <a:t>Most devices that deposit color pigments on paper </a:t>
            </a:r>
            <a:r>
              <a:rPr b="1" i="0" lang="en-US" sz="2100" u="none" cap="none" strike="noStrike">
                <a:solidFill>
                  <a:srgbClr val="5B0F00"/>
                </a:solidFill>
                <a:latin typeface="Oswald"/>
                <a:ea typeface="Oswald"/>
                <a:cs typeface="Oswald"/>
                <a:sym typeface="Oswald"/>
              </a:rPr>
              <a:t>(such as Color Printers and Copiers)</a:t>
            </a:r>
            <a:r>
              <a:rPr b="0" i="0" lang="en-US" sz="2100" u="none" cap="none" strike="noStrike">
                <a:solidFill>
                  <a:srgbClr val="5B0F00"/>
                </a:solidFill>
                <a:latin typeface="Oswald"/>
                <a:ea typeface="Oswald"/>
                <a:cs typeface="Oswald"/>
                <a:sym typeface="Oswald"/>
              </a:rPr>
              <a:t> requires CMY data input or perform RGB to CMY conversion internally.</a:t>
            </a:r>
            <a:endParaRPr b="0" i="0" sz="4100" u="none" cap="none" strike="noStrike">
              <a:solidFill>
                <a:srgbClr val="5B0F00"/>
              </a:solidFill>
              <a:latin typeface="Oswald"/>
              <a:ea typeface="Oswald"/>
              <a:cs typeface="Oswald"/>
              <a:sym typeface="Oswald"/>
            </a:endParaRPr>
          </a:p>
        </p:txBody>
      </p:sp>
      <p:pic>
        <p:nvPicPr>
          <p:cNvPr id="289" name="Google Shape;289;p32"/>
          <p:cNvPicPr preferRelativeResize="0"/>
          <p:nvPr/>
        </p:nvPicPr>
        <p:blipFill rotWithShape="1">
          <a:blip r:embed="rId3">
            <a:alphaModFix/>
          </a:blip>
          <a:srcRect b="0" l="0" r="0" t="0"/>
          <a:stretch/>
        </p:blipFill>
        <p:spPr>
          <a:xfrm>
            <a:off x="2903825" y="3376275"/>
            <a:ext cx="2761975" cy="1673125"/>
          </a:xfrm>
          <a:prstGeom prst="rect">
            <a:avLst/>
          </a:prstGeom>
          <a:noFill/>
          <a:ln>
            <a:noFill/>
          </a:ln>
        </p:spPr>
      </p:pic>
      <p:sp>
        <p:nvSpPr>
          <p:cNvPr id="290" name="Google Shape;290;p32"/>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5" name="Shape 295"/>
        <p:cNvGrpSpPr/>
        <p:nvPr/>
      </p:nvGrpSpPr>
      <p:grpSpPr>
        <a:xfrm>
          <a:off x="0" y="0"/>
          <a:ext cx="0" cy="0"/>
          <a:chOff x="0" y="0"/>
          <a:chExt cx="0" cy="0"/>
        </a:xfrm>
      </p:grpSpPr>
      <p:cxnSp>
        <p:nvCxnSpPr>
          <p:cNvPr id="296" name="Google Shape;296;p33"/>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297" name="Google Shape;297;p33"/>
          <p:cNvSpPr txBox="1"/>
          <p:nvPr/>
        </p:nvSpPr>
        <p:spPr>
          <a:xfrm>
            <a:off x="3613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RGB - CMY Conversion </a:t>
            </a:r>
            <a:endParaRPr b="1" i="0" sz="3400" u="none" cap="none" strike="noStrike">
              <a:solidFill>
                <a:srgbClr val="5B0F00"/>
              </a:solidFill>
              <a:latin typeface="Oswald"/>
              <a:ea typeface="Oswald"/>
              <a:cs typeface="Oswald"/>
              <a:sym typeface="Oswald"/>
            </a:endParaRPr>
          </a:p>
        </p:txBody>
      </p:sp>
      <p:pic>
        <p:nvPicPr>
          <p:cNvPr id="298" name="Google Shape;298;p33"/>
          <p:cNvPicPr preferRelativeResize="0"/>
          <p:nvPr/>
        </p:nvPicPr>
        <p:blipFill rotWithShape="1">
          <a:blip r:embed="rId3">
            <a:alphaModFix/>
          </a:blip>
          <a:srcRect b="0" l="0" r="0" t="0"/>
          <a:stretch/>
        </p:blipFill>
        <p:spPr>
          <a:xfrm>
            <a:off x="356063" y="1370654"/>
            <a:ext cx="8431876" cy="2704631"/>
          </a:xfrm>
          <a:prstGeom prst="rect">
            <a:avLst/>
          </a:prstGeom>
          <a:noFill/>
          <a:ln>
            <a:noFill/>
          </a:ln>
        </p:spPr>
      </p:pic>
      <p:sp>
        <p:nvSpPr>
          <p:cNvPr id="299" name="Google Shape;299;p33"/>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4" name="Shape 304"/>
        <p:cNvGrpSpPr/>
        <p:nvPr/>
      </p:nvGrpSpPr>
      <p:grpSpPr>
        <a:xfrm>
          <a:off x="0" y="0"/>
          <a:ext cx="0" cy="0"/>
          <a:chOff x="0" y="0"/>
          <a:chExt cx="0" cy="0"/>
        </a:xfrm>
      </p:grpSpPr>
      <p:cxnSp>
        <p:nvCxnSpPr>
          <p:cNvPr id="305" name="Google Shape;305;p34"/>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306" name="Google Shape;306;p34"/>
          <p:cNvSpPr txBox="1"/>
          <p:nvPr/>
        </p:nvSpPr>
        <p:spPr>
          <a:xfrm>
            <a:off x="2089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CMYK Model</a:t>
            </a:r>
            <a:endParaRPr b="1" i="0" sz="3400" u="none" cap="none" strike="noStrike">
              <a:solidFill>
                <a:srgbClr val="5B0F00"/>
              </a:solidFill>
              <a:latin typeface="Oswald"/>
              <a:ea typeface="Oswald"/>
              <a:cs typeface="Oswald"/>
              <a:sym typeface="Oswald"/>
            </a:endParaRPr>
          </a:p>
        </p:txBody>
      </p:sp>
      <p:sp>
        <p:nvSpPr>
          <p:cNvPr id="307" name="Google Shape;307;p34"/>
          <p:cNvSpPr txBox="1"/>
          <p:nvPr/>
        </p:nvSpPr>
        <p:spPr>
          <a:xfrm>
            <a:off x="267450" y="854644"/>
            <a:ext cx="8786100" cy="17934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400"/>
              </a:spcBef>
              <a:spcAft>
                <a:spcPts val="0"/>
              </a:spcAft>
              <a:buClr>
                <a:srgbClr val="000000"/>
              </a:buClr>
              <a:buSzPts val="2200"/>
              <a:buFont typeface="Arial"/>
              <a:buNone/>
            </a:pPr>
            <a:r>
              <a:rPr b="0" i="0" lang="en-US" sz="2200" u="none" cap="none" strike="noStrike">
                <a:solidFill>
                  <a:srgbClr val="5B0F00"/>
                </a:solidFill>
                <a:latin typeface="Oswald"/>
                <a:ea typeface="Oswald"/>
                <a:cs typeface="Oswald"/>
                <a:sym typeface="Oswald"/>
              </a:rPr>
              <a:t>Equal amounts of pigment primaries (</a:t>
            </a:r>
            <a:r>
              <a:rPr b="1" i="0" lang="en-US" sz="2200" u="none" cap="none" strike="noStrike">
                <a:solidFill>
                  <a:srgbClr val="00FFFF"/>
                </a:solidFill>
                <a:highlight>
                  <a:srgbClr val="434343"/>
                </a:highlight>
                <a:latin typeface="Oswald"/>
                <a:ea typeface="Oswald"/>
                <a:cs typeface="Oswald"/>
                <a:sym typeface="Oswald"/>
              </a:rPr>
              <a:t>Cyan</a:t>
            </a:r>
            <a:r>
              <a:rPr b="0" i="0" lang="en-US" sz="2200" u="none" cap="none" strike="noStrike">
                <a:solidFill>
                  <a:srgbClr val="5B0F00"/>
                </a:solidFill>
                <a:latin typeface="Oswald"/>
                <a:ea typeface="Oswald"/>
                <a:cs typeface="Oswald"/>
                <a:sym typeface="Oswald"/>
              </a:rPr>
              <a:t>, </a:t>
            </a:r>
            <a:r>
              <a:rPr b="1" i="0" lang="en-US" sz="2200" u="none" cap="none" strike="noStrike">
                <a:solidFill>
                  <a:srgbClr val="FF00FF"/>
                </a:solidFill>
                <a:latin typeface="Oswald"/>
                <a:ea typeface="Oswald"/>
                <a:cs typeface="Oswald"/>
                <a:sym typeface="Oswald"/>
              </a:rPr>
              <a:t>Magenta</a:t>
            </a:r>
            <a:r>
              <a:rPr b="0" i="0" lang="en-US" sz="2200" u="none" cap="none" strike="noStrike">
                <a:solidFill>
                  <a:srgbClr val="5B0F00"/>
                </a:solidFill>
                <a:latin typeface="Oswald"/>
                <a:ea typeface="Oswald"/>
                <a:cs typeface="Oswald"/>
                <a:sym typeface="Oswald"/>
              </a:rPr>
              <a:t> and </a:t>
            </a:r>
            <a:r>
              <a:rPr b="1" i="0" lang="en-US" sz="2200" u="none" cap="none" strike="noStrike">
                <a:solidFill>
                  <a:srgbClr val="FFFF00"/>
                </a:solidFill>
                <a:highlight>
                  <a:srgbClr val="434343"/>
                </a:highlight>
                <a:latin typeface="Oswald"/>
                <a:ea typeface="Oswald"/>
                <a:cs typeface="Oswald"/>
                <a:sym typeface="Oswald"/>
              </a:rPr>
              <a:t>Yellow</a:t>
            </a:r>
            <a:r>
              <a:rPr b="0" i="0" lang="en-US" sz="2200" u="none" cap="none" strike="noStrike">
                <a:solidFill>
                  <a:srgbClr val="5B0F00"/>
                </a:solidFill>
                <a:latin typeface="Oswald"/>
                <a:ea typeface="Oswald"/>
                <a:cs typeface="Oswald"/>
                <a:sym typeface="Oswald"/>
              </a:rPr>
              <a:t>) should produce Black. In practice combining these colors for printing produces a “Muddy-Black” color. So in order to produce “</a:t>
            </a:r>
            <a:r>
              <a:rPr b="1" i="0" lang="en-US" sz="2200" u="none" cap="none" strike="noStrike">
                <a:solidFill>
                  <a:srgbClr val="000000"/>
                </a:solidFill>
                <a:latin typeface="Oswald"/>
                <a:ea typeface="Oswald"/>
                <a:cs typeface="Oswald"/>
                <a:sym typeface="Oswald"/>
              </a:rPr>
              <a:t>True-Black”</a:t>
            </a:r>
            <a:r>
              <a:rPr b="0" i="0" lang="en-US" sz="2200" u="none" cap="none" strike="noStrike">
                <a:solidFill>
                  <a:srgbClr val="5B0F00"/>
                </a:solidFill>
                <a:latin typeface="Oswald"/>
                <a:ea typeface="Oswald"/>
                <a:cs typeface="Oswald"/>
                <a:sym typeface="Oswald"/>
              </a:rPr>
              <a:t> a fourth color “Black” is added giving rise to CMYK model.</a:t>
            </a:r>
            <a:endParaRPr b="0" i="0" sz="2400" u="none" cap="none" strike="noStrike">
              <a:solidFill>
                <a:srgbClr val="5B0F00"/>
              </a:solidFill>
              <a:latin typeface="Oswald"/>
              <a:ea typeface="Oswald"/>
              <a:cs typeface="Oswald"/>
              <a:sym typeface="Oswald"/>
            </a:endParaRPr>
          </a:p>
        </p:txBody>
      </p:sp>
      <p:pic>
        <p:nvPicPr>
          <p:cNvPr id="308" name="Google Shape;308;p34"/>
          <p:cNvPicPr preferRelativeResize="0"/>
          <p:nvPr/>
        </p:nvPicPr>
        <p:blipFill rotWithShape="1">
          <a:blip r:embed="rId3">
            <a:alphaModFix/>
          </a:blip>
          <a:srcRect b="0" l="0" r="0" t="0"/>
          <a:stretch/>
        </p:blipFill>
        <p:spPr>
          <a:xfrm>
            <a:off x="2464125" y="2159125"/>
            <a:ext cx="3637975" cy="2958374"/>
          </a:xfrm>
          <a:prstGeom prst="rect">
            <a:avLst/>
          </a:prstGeom>
          <a:noFill/>
          <a:ln>
            <a:noFill/>
          </a:ln>
        </p:spPr>
      </p:pic>
      <p:sp>
        <p:nvSpPr>
          <p:cNvPr id="309" name="Google Shape;309;p34"/>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4" name="Shape 314"/>
        <p:cNvGrpSpPr/>
        <p:nvPr/>
      </p:nvGrpSpPr>
      <p:grpSpPr>
        <a:xfrm>
          <a:off x="0" y="0"/>
          <a:ext cx="0" cy="0"/>
          <a:chOff x="0" y="0"/>
          <a:chExt cx="0" cy="0"/>
        </a:xfrm>
      </p:grpSpPr>
      <p:cxnSp>
        <p:nvCxnSpPr>
          <p:cNvPr id="315" name="Google Shape;315;p35"/>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316" name="Google Shape;316;p35"/>
          <p:cNvSpPr txBox="1"/>
          <p:nvPr/>
        </p:nvSpPr>
        <p:spPr>
          <a:xfrm>
            <a:off x="2851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HSV/HSB Color Model</a:t>
            </a:r>
            <a:endParaRPr b="1" i="0" sz="3400" u="none" cap="none" strike="noStrike">
              <a:solidFill>
                <a:srgbClr val="5B0F00"/>
              </a:solidFill>
              <a:latin typeface="Oswald"/>
              <a:ea typeface="Oswald"/>
              <a:cs typeface="Oswald"/>
              <a:sym typeface="Oswald"/>
            </a:endParaRPr>
          </a:p>
        </p:txBody>
      </p:sp>
      <p:pic>
        <p:nvPicPr>
          <p:cNvPr id="317" name="Google Shape;317;p35"/>
          <p:cNvPicPr preferRelativeResize="0"/>
          <p:nvPr/>
        </p:nvPicPr>
        <p:blipFill rotWithShape="1">
          <a:blip r:embed="rId3">
            <a:alphaModFix/>
          </a:blip>
          <a:srcRect b="0" l="0" r="0" t="0"/>
          <a:stretch/>
        </p:blipFill>
        <p:spPr>
          <a:xfrm>
            <a:off x="361325" y="1150294"/>
            <a:ext cx="3462150" cy="2596613"/>
          </a:xfrm>
          <a:prstGeom prst="rect">
            <a:avLst/>
          </a:prstGeom>
          <a:noFill/>
          <a:ln>
            <a:noFill/>
          </a:ln>
        </p:spPr>
      </p:pic>
      <p:pic>
        <p:nvPicPr>
          <p:cNvPr id="318" name="Google Shape;318;p35"/>
          <p:cNvPicPr preferRelativeResize="0"/>
          <p:nvPr/>
        </p:nvPicPr>
        <p:blipFill rotWithShape="1">
          <a:blip r:embed="rId4">
            <a:alphaModFix/>
          </a:blip>
          <a:srcRect b="0" l="0" r="0" t="0"/>
          <a:stretch/>
        </p:blipFill>
        <p:spPr>
          <a:xfrm>
            <a:off x="5124300" y="1150294"/>
            <a:ext cx="2947020" cy="2596612"/>
          </a:xfrm>
          <a:prstGeom prst="rect">
            <a:avLst/>
          </a:prstGeom>
          <a:noFill/>
          <a:ln>
            <a:noFill/>
          </a:ln>
        </p:spPr>
      </p:pic>
      <p:sp>
        <p:nvSpPr>
          <p:cNvPr id="319" name="Google Shape;319;p35"/>
          <p:cNvSpPr/>
          <p:nvPr/>
        </p:nvSpPr>
        <p:spPr>
          <a:xfrm rot="10800000">
            <a:off x="1123925" y="3825675"/>
            <a:ext cx="2571900" cy="1089900"/>
          </a:xfrm>
          <a:prstGeom prst="wedgeRoundRectCallout">
            <a:avLst>
              <a:gd fmla="val -20833" name="adj1"/>
              <a:gd fmla="val 62500" name="adj2"/>
              <a:gd fmla="val 0" name="adj3"/>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sp>
        <p:nvSpPr>
          <p:cNvPr id="320" name="Google Shape;320;p35"/>
          <p:cNvSpPr txBox="1"/>
          <p:nvPr/>
        </p:nvSpPr>
        <p:spPr>
          <a:xfrm>
            <a:off x="1532825" y="4116675"/>
            <a:ext cx="19074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100">
                <a:solidFill>
                  <a:schemeClr val="dk1"/>
                </a:solidFill>
                <a:latin typeface="Calibri"/>
                <a:ea typeface="Calibri"/>
                <a:cs typeface="Calibri"/>
                <a:sym typeface="Calibri"/>
              </a:rPr>
              <a:t>Check this </a:t>
            </a:r>
            <a:r>
              <a:rPr lang="en-US" sz="2100" u="sng">
                <a:solidFill>
                  <a:schemeClr val="hlink"/>
                </a:solidFill>
                <a:latin typeface="Calibri"/>
                <a:ea typeface="Calibri"/>
                <a:cs typeface="Calibri"/>
                <a:sym typeface="Calibri"/>
                <a:hlinkClick r:id="rId5"/>
              </a:rPr>
              <a:t>link</a:t>
            </a:r>
            <a:endParaRPr sz="2100">
              <a:solidFill>
                <a:schemeClr val="dk1"/>
              </a:solidFill>
              <a:latin typeface="Calibri"/>
              <a:ea typeface="Calibri"/>
              <a:cs typeface="Calibri"/>
              <a:sym typeface="Calibri"/>
            </a:endParaRPr>
          </a:p>
        </p:txBody>
      </p:sp>
      <p:sp>
        <p:nvSpPr>
          <p:cNvPr id="321" name="Google Shape;321;p35"/>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6" name="Shape 326"/>
        <p:cNvGrpSpPr/>
        <p:nvPr/>
      </p:nvGrpSpPr>
      <p:grpSpPr>
        <a:xfrm>
          <a:off x="0" y="0"/>
          <a:ext cx="0" cy="0"/>
          <a:chOff x="0" y="0"/>
          <a:chExt cx="0" cy="0"/>
        </a:xfrm>
      </p:grpSpPr>
      <p:cxnSp>
        <p:nvCxnSpPr>
          <p:cNvPr id="327" name="Google Shape;327;p36"/>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328" name="Google Shape;328;p36"/>
          <p:cNvSpPr txBox="1"/>
          <p:nvPr/>
        </p:nvSpPr>
        <p:spPr>
          <a:xfrm>
            <a:off x="2851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HSV Color Model</a:t>
            </a:r>
            <a:endParaRPr b="1" i="0" sz="3400" u="none" cap="none" strike="noStrike">
              <a:solidFill>
                <a:srgbClr val="5B0F00"/>
              </a:solidFill>
              <a:latin typeface="Oswald"/>
              <a:ea typeface="Oswald"/>
              <a:cs typeface="Oswald"/>
              <a:sym typeface="Oswald"/>
            </a:endParaRPr>
          </a:p>
        </p:txBody>
      </p:sp>
      <p:sp>
        <p:nvSpPr>
          <p:cNvPr id="329" name="Google Shape;329;p36"/>
          <p:cNvSpPr txBox="1"/>
          <p:nvPr/>
        </p:nvSpPr>
        <p:spPr>
          <a:xfrm>
            <a:off x="559925" y="737325"/>
            <a:ext cx="8424000" cy="3904800"/>
          </a:xfrm>
          <a:prstGeom prst="rect">
            <a:avLst/>
          </a:prstGeom>
          <a:noFill/>
          <a:ln>
            <a:noFill/>
          </a:ln>
        </p:spPr>
        <p:txBody>
          <a:bodyPr anchorCtr="0" anchor="t" bIns="91425" lIns="91425" spcFirstLastPara="1" rIns="91425" wrap="square" tIns="91425">
            <a:noAutofit/>
          </a:bodyPr>
          <a:lstStyle/>
          <a:p>
            <a:pPr indent="0" lvl="0" marL="0" marR="0" rtl="0" algn="just">
              <a:lnSpc>
                <a:spcPct val="90000"/>
              </a:lnSpc>
              <a:spcBef>
                <a:spcPts val="360"/>
              </a:spcBef>
              <a:spcAft>
                <a:spcPts val="0"/>
              </a:spcAft>
              <a:buClr>
                <a:srgbClr val="000000"/>
              </a:buClr>
              <a:buSzPts val="1800"/>
              <a:buFont typeface="Arial"/>
              <a:buNone/>
            </a:pPr>
            <a:r>
              <a:rPr b="1" i="0" lang="en-US" sz="1600" u="none" cap="none" strike="noStrike">
                <a:solidFill>
                  <a:srgbClr val="3333CC"/>
                </a:solidFill>
                <a:latin typeface="Oswald"/>
                <a:ea typeface="Oswald"/>
                <a:cs typeface="Oswald"/>
                <a:sym typeface="Oswald"/>
              </a:rPr>
              <a:t>Hue (color wheel/dominant color)</a:t>
            </a:r>
            <a:r>
              <a:rPr b="0" i="0" lang="en-US" sz="1600" u="none" cap="none" strike="noStrike">
                <a:solidFill>
                  <a:srgbClr val="3333CC"/>
                </a:solidFill>
                <a:latin typeface="Oswald"/>
                <a:ea typeface="Oswald"/>
                <a:cs typeface="Oswald"/>
                <a:sym typeface="Oswald"/>
              </a:rPr>
              <a:t> </a:t>
            </a:r>
            <a:endParaRPr b="0" i="0" sz="1600" u="none" cap="none" strike="noStrike">
              <a:solidFill>
                <a:srgbClr val="000000"/>
              </a:solidFill>
              <a:latin typeface="Oswald"/>
              <a:ea typeface="Oswald"/>
              <a:cs typeface="Oswald"/>
              <a:sym typeface="Oswald"/>
            </a:endParaRPr>
          </a:p>
          <a:p>
            <a:pPr indent="-330200" lvl="0" marL="457200" marR="0" rtl="0" algn="just">
              <a:lnSpc>
                <a:spcPct val="90000"/>
              </a:lnSpc>
              <a:spcBef>
                <a:spcPts val="40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Wavelength of the pure colour observed in the signal.</a:t>
            </a:r>
            <a:endParaRPr b="0" i="0" sz="1600" u="none" cap="none" strike="noStrike">
              <a:solidFill>
                <a:srgbClr val="5B0F00"/>
              </a:solidFill>
              <a:latin typeface="Oswald"/>
              <a:ea typeface="Oswald"/>
              <a:cs typeface="Oswald"/>
              <a:sym typeface="Oswald"/>
            </a:endParaRPr>
          </a:p>
          <a:p>
            <a:pPr indent="-330200" lvl="0" marL="457200" marR="0" rtl="0" algn="just">
              <a:lnSpc>
                <a:spcPct val="90000"/>
              </a:lnSpc>
              <a:spcBef>
                <a:spcPts val="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The cone represents the HSV model, the hue represents different colours in different angle ranges.</a:t>
            </a:r>
            <a:endParaRPr b="0" i="0" sz="1600" u="none" cap="none" strike="noStrike">
              <a:solidFill>
                <a:srgbClr val="5B0F00"/>
              </a:solidFill>
              <a:latin typeface="Oswald"/>
              <a:ea typeface="Oswald"/>
              <a:cs typeface="Oswald"/>
              <a:sym typeface="Oswald"/>
            </a:endParaRPr>
          </a:p>
          <a:p>
            <a:pPr indent="-330200" lvl="0" marL="457200" marR="0" rtl="0" algn="just">
              <a:lnSpc>
                <a:spcPct val="90000"/>
              </a:lnSpc>
              <a:spcBef>
                <a:spcPts val="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More than </a:t>
            </a:r>
            <a:r>
              <a:rPr b="1" i="0" lang="en-US" sz="1600" u="none" cap="none" strike="noStrike">
                <a:solidFill>
                  <a:srgbClr val="5B0F00"/>
                </a:solidFill>
                <a:latin typeface="Oswald"/>
                <a:ea typeface="Oswald"/>
                <a:cs typeface="Oswald"/>
                <a:sym typeface="Oswald"/>
              </a:rPr>
              <a:t>400 hues</a:t>
            </a:r>
            <a:r>
              <a:rPr b="0" i="0" lang="en-US" sz="1600" u="none" cap="none" strike="noStrike">
                <a:solidFill>
                  <a:srgbClr val="5B0F00"/>
                </a:solidFill>
                <a:latin typeface="Oswald"/>
                <a:ea typeface="Oswald"/>
                <a:cs typeface="Oswald"/>
                <a:sym typeface="Oswald"/>
              </a:rPr>
              <a:t> can be seen by the human eye.</a:t>
            </a:r>
            <a:endParaRPr b="0" i="0" sz="1600" u="none" cap="none" strike="noStrike">
              <a:solidFill>
                <a:srgbClr val="5B0F00"/>
              </a:solidFill>
              <a:latin typeface="Oswald"/>
              <a:ea typeface="Oswald"/>
              <a:cs typeface="Oswald"/>
              <a:sym typeface="Oswald"/>
            </a:endParaRPr>
          </a:p>
          <a:p>
            <a:pPr indent="0" lvl="0" marL="0" marR="0" rtl="0" algn="just">
              <a:lnSpc>
                <a:spcPct val="90000"/>
              </a:lnSpc>
              <a:spcBef>
                <a:spcPts val="360"/>
              </a:spcBef>
              <a:spcAft>
                <a:spcPts val="0"/>
              </a:spcAft>
              <a:buClr>
                <a:srgbClr val="000000"/>
              </a:buClr>
              <a:buSzPts val="1800"/>
              <a:buFont typeface="Arial"/>
              <a:buNone/>
            </a:pPr>
            <a:r>
              <a:rPr b="1" i="0" lang="en-US" u="none" cap="none" strike="noStrike">
                <a:solidFill>
                  <a:srgbClr val="3333CC"/>
                </a:solidFill>
                <a:latin typeface="Oswald"/>
                <a:ea typeface="Oswald"/>
                <a:cs typeface="Oswald"/>
                <a:sym typeface="Oswald"/>
              </a:rPr>
              <a:t>Saturation (percentage/purity of the color)</a:t>
            </a:r>
            <a:endParaRPr b="1" i="0" u="none" cap="none" strike="noStrike">
              <a:solidFill>
                <a:srgbClr val="3333CC"/>
              </a:solidFill>
              <a:latin typeface="Oswald"/>
              <a:ea typeface="Oswald"/>
              <a:cs typeface="Oswald"/>
              <a:sym typeface="Oswald"/>
            </a:endParaRPr>
          </a:p>
          <a:p>
            <a:pPr indent="-342900" lvl="0" marL="457200" marR="0" rtl="0" algn="just">
              <a:lnSpc>
                <a:spcPct val="90000"/>
              </a:lnSpc>
              <a:spcBef>
                <a:spcPts val="400"/>
              </a:spcBef>
              <a:spcAft>
                <a:spcPts val="0"/>
              </a:spcAft>
              <a:buClr>
                <a:srgbClr val="5B0F00"/>
              </a:buClr>
              <a:buSzPts val="1800"/>
              <a:buFont typeface="Oswald"/>
              <a:buChar char="●"/>
            </a:pPr>
            <a:r>
              <a:rPr b="0" i="0" lang="en-US" sz="1600" u="none" cap="none" strike="noStrike">
                <a:solidFill>
                  <a:srgbClr val="5B0F00"/>
                </a:solidFill>
                <a:latin typeface="Oswald"/>
                <a:ea typeface="Oswald"/>
                <a:cs typeface="Oswald"/>
                <a:sym typeface="Oswald"/>
              </a:rPr>
              <a:t>Inverse of the quantity of “white” present in the signal. A pure colour has 100% saturation, the white and grey have 0% saturation.</a:t>
            </a:r>
            <a:endParaRPr b="0" i="0" sz="1600" u="none" cap="none" strike="noStrike">
              <a:solidFill>
                <a:srgbClr val="5B0F00"/>
              </a:solidFill>
              <a:latin typeface="Oswald"/>
              <a:ea typeface="Oswald"/>
              <a:cs typeface="Oswald"/>
              <a:sym typeface="Oswald"/>
            </a:endParaRPr>
          </a:p>
          <a:p>
            <a:pPr indent="-330200" lvl="0" marL="457200" marR="0" rtl="0" algn="just">
              <a:lnSpc>
                <a:spcPct val="90000"/>
              </a:lnSpc>
              <a:spcBef>
                <a:spcPts val="40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About </a:t>
            </a:r>
            <a:r>
              <a:rPr b="1" i="0" lang="en-US" sz="1600" u="none" cap="none" strike="noStrike">
                <a:solidFill>
                  <a:srgbClr val="5B0F00"/>
                </a:solidFill>
                <a:latin typeface="Oswald"/>
                <a:ea typeface="Oswald"/>
                <a:cs typeface="Oswald"/>
                <a:sym typeface="Oswald"/>
              </a:rPr>
              <a:t>20 saturation levels</a:t>
            </a:r>
            <a:r>
              <a:rPr b="0" i="0" lang="en-US" sz="1600" u="none" cap="none" strike="noStrike">
                <a:solidFill>
                  <a:srgbClr val="5B0F00"/>
                </a:solidFill>
                <a:latin typeface="Oswald"/>
                <a:ea typeface="Oswald"/>
                <a:cs typeface="Oswald"/>
                <a:sym typeface="Oswald"/>
              </a:rPr>
              <a:t> are visible per hue.</a:t>
            </a:r>
            <a:endParaRPr b="0" i="0" sz="1600" u="none" cap="none" strike="noStrike">
              <a:solidFill>
                <a:srgbClr val="5B0F00"/>
              </a:solidFill>
              <a:latin typeface="Oswald"/>
              <a:ea typeface="Oswald"/>
              <a:cs typeface="Oswald"/>
              <a:sym typeface="Oswald"/>
            </a:endParaRPr>
          </a:p>
          <a:p>
            <a:pPr indent="-330200" lvl="0" marL="457200" marR="0" rtl="0" algn="just">
              <a:lnSpc>
                <a:spcPct val="90000"/>
              </a:lnSpc>
              <a:spcBef>
                <a:spcPts val="40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How far the color is from equal intensity grey</a:t>
            </a:r>
            <a:endParaRPr b="0" i="0" sz="1600" u="none" cap="none" strike="noStrike">
              <a:solidFill>
                <a:srgbClr val="5B0F00"/>
              </a:solidFill>
              <a:latin typeface="Oswald"/>
              <a:ea typeface="Oswald"/>
              <a:cs typeface="Oswald"/>
              <a:sym typeface="Oswald"/>
            </a:endParaRPr>
          </a:p>
          <a:p>
            <a:pPr indent="-330200" lvl="0" marL="457200" marR="0" rtl="0" algn="just">
              <a:lnSpc>
                <a:spcPct val="90000"/>
              </a:lnSpc>
              <a:spcBef>
                <a:spcPts val="40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Range </a:t>
            </a:r>
            <a:r>
              <a:rPr b="1" i="0" lang="en-US" sz="1600" u="none" cap="none" strike="noStrike">
                <a:solidFill>
                  <a:srgbClr val="5B0F00"/>
                </a:solidFill>
                <a:latin typeface="Oswald"/>
                <a:ea typeface="Oswald"/>
                <a:cs typeface="Oswald"/>
                <a:sym typeface="Oswald"/>
              </a:rPr>
              <a:t>[0,1]</a:t>
            </a:r>
            <a:endParaRPr b="0" i="0" sz="1200" u="none" cap="none" strike="noStrike">
              <a:solidFill>
                <a:srgbClr val="273239"/>
              </a:solidFill>
              <a:highlight>
                <a:schemeClr val="dk1"/>
              </a:highlight>
              <a:latin typeface="Verdana"/>
              <a:ea typeface="Verdana"/>
              <a:cs typeface="Verdana"/>
              <a:sym typeface="Verdana"/>
            </a:endParaRPr>
          </a:p>
          <a:p>
            <a:pPr indent="0" lvl="0" marL="0" marR="0" rtl="0" algn="just">
              <a:lnSpc>
                <a:spcPct val="90000"/>
              </a:lnSpc>
              <a:spcBef>
                <a:spcPts val="360"/>
              </a:spcBef>
              <a:spcAft>
                <a:spcPts val="0"/>
              </a:spcAft>
              <a:buClr>
                <a:srgbClr val="000000"/>
              </a:buClr>
              <a:buSzPts val="1600"/>
              <a:buFont typeface="Arial"/>
              <a:buNone/>
            </a:pPr>
            <a:r>
              <a:rPr b="1" i="0" lang="en-US" u="none" cap="none" strike="noStrike">
                <a:solidFill>
                  <a:srgbClr val="3333CC"/>
                </a:solidFill>
                <a:latin typeface="Oswald"/>
                <a:ea typeface="Oswald"/>
                <a:cs typeface="Oswald"/>
                <a:sym typeface="Oswald"/>
              </a:rPr>
              <a:t>Value (brightness or intensity of a color)</a:t>
            </a:r>
            <a:endParaRPr b="1" i="0" u="none" cap="none" strike="noStrike">
              <a:solidFill>
                <a:srgbClr val="3333CC"/>
              </a:solidFill>
              <a:latin typeface="Oswald"/>
              <a:ea typeface="Oswald"/>
              <a:cs typeface="Oswald"/>
              <a:sym typeface="Oswald"/>
            </a:endParaRPr>
          </a:p>
          <a:p>
            <a:pPr indent="-330200" lvl="0" marL="457200" marR="0" rtl="0" algn="just">
              <a:lnSpc>
                <a:spcPct val="90000"/>
              </a:lnSpc>
              <a:spcBef>
                <a:spcPts val="40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Distinguishes the grey levels. Its value lies in percentages </a:t>
            </a:r>
            <a:r>
              <a:rPr b="1" i="0" lang="en-US" sz="1600" u="none" cap="none" strike="noStrike">
                <a:solidFill>
                  <a:srgbClr val="5B0F00"/>
                </a:solidFill>
                <a:latin typeface="Oswald"/>
                <a:ea typeface="Oswald"/>
                <a:cs typeface="Oswald"/>
                <a:sym typeface="Oswald"/>
              </a:rPr>
              <a:t>from 0 to 100</a:t>
            </a:r>
            <a:r>
              <a:rPr b="0" i="0" lang="en-US" sz="1600" u="none" cap="none" strike="noStrike">
                <a:solidFill>
                  <a:srgbClr val="5B0F00"/>
                </a:solidFill>
                <a:latin typeface="Oswald"/>
                <a:ea typeface="Oswald"/>
                <a:cs typeface="Oswald"/>
                <a:sym typeface="Oswald"/>
              </a:rPr>
              <a:t>. 0 is black and 1 is the brightest and reveals the colour. </a:t>
            </a:r>
            <a:endParaRPr b="0" i="0" sz="1600" u="none" cap="none" strike="noStrike">
              <a:solidFill>
                <a:srgbClr val="5B0F00"/>
              </a:solidFill>
              <a:latin typeface="Oswald"/>
              <a:ea typeface="Oswald"/>
              <a:cs typeface="Oswald"/>
              <a:sym typeface="Oswald"/>
            </a:endParaRPr>
          </a:p>
          <a:p>
            <a:pPr indent="-330200" lvl="0" marL="457200" marR="0" rtl="0" algn="just">
              <a:lnSpc>
                <a:spcPct val="90000"/>
              </a:lnSpc>
              <a:spcBef>
                <a:spcPts val="400"/>
              </a:spcBef>
              <a:spcAft>
                <a:spcPts val="0"/>
              </a:spcAft>
              <a:buClr>
                <a:srgbClr val="5B0F00"/>
              </a:buClr>
              <a:buSzPts val="1600"/>
              <a:buFont typeface="Oswald"/>
              <a:buChar char="●"/>
            </a:pPr>
            <a:r>
              <a:rPr lang="en-US" sz="1600">
                <a:solidFill>
                  <a:srgbClr val="5B0F00"/>
                </a:solidFill>
                <a:latin typeface="Oswald"/>
                <a:ea typeface="Oswald"/>
                <a:cs typeface="Oswald"/>
                <a:sym typeface="Oswald"/>
              </a:rPr>
              <a:t>Value describes how light or dark a color appears. Eg. A bright yellow has a high value. A dark brown or deep blue has a low value.</a:t>
            </a:r>
            <a:endParaRPr sz="1600">
              <a:solidFill>
                <a:srgbClr val="5B0F00"/>
              </a:solidFill>
              <a:latin typeface="Oswald"/>
              <a:ea typeface="Oswald"/>
              <a:cs typeface="Oswald"/>
              <a:sym typeface="Oswald"/>
            </a:endParaRPr>
          </a:p>
          <a:p>
            <a:pPr indent="-330200" lvl="0" marL="457200" marR="0" rtl="0" algn="just">
              <a:lnSpc>
                <a:spcPct val="90000"/>
              </a:lnSpc>
              <a:spcBef>
                <a:spcPts val="40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Helps in generating shading or lighting effects in graphics. </a:t>
            </a:r>
            <a:endParaRPr b="0" i="0" sz="1600" u="none" cap="none" strike="noStrike">
              <a:solidFill>
                <a:srgbClr val="5B0F00"/>
              </a:solidFill>
              <a:latin typeface="Oswald"/>
              <a:ea typeface="Oswald"/>
              <a:cs typeface="Oswald"/>
              <a:sym typeface="Oswald"/>
            </a:endParaRPr>
          </a:p>
          <a:p>
            <a:pPr indent="0" lvl="0" marL="1371600" marR="0" rtl="0" algn="just">
              <a:lnSpc>
                <a:spcPct val="90000"/>
              </a:lnSpc>
              <a:spcBef>
                <a:spcPts val="400"/>
              </a:spcBef>
              <a:spcAft>
                <a:spcPts val="0"/>
              </a:spcAft>
              <a:buClr>
                <a:srgbClr val="000000"/>
              </a:buClr>
              <a:buSzPts val="1400"/>
              <a:buFont typeface="Arial"/>
              <a:buNone/>
            </a:pPr>
            <a:r>
              <a:t/>
            </a:r>
            <a:endParaRPr b="0" i="0" sz="1200" u="none" cap="none" strike="noStrike">
              <a:solidFill>
                <a:srgbClr val="000000"/>
              </a:solidFill>
              <a:latin typeface="Verdana"/>
              <a:ea typeface="Verdana"/>
              <a:cs typeface="Verdana"/>
              <a:sym typeface="Verdana"/>
            </a:endParaRPr>
          </a:p>
          <a:p>
            <a:pPr indent="0" lvl="0" marL="0" marR="0" rtl="0" algn="l">
              <a:lnSpc>
                <a:spcPct val="100000"/>
              </a:lnSpc>
              <a:spcBef>
                <a:spcPts val="0"/>
              </a:spcBef>
              <a:spcAft>
                <a:spcPts val="0"/>
              </a:spcAft>
              <a:buClr>
                <a:srgbClr val="000000"/>
              </a:buClr>
              <a:buSzPts val="1800"/>
              <a:buFont typeface="Arial"/>
              <a:buNone/>
            </a:pPr>
            <a:r>
              <a:t/>
            </a:r>
            <a:endParaRPr b="0" i="0" sz="1600" u="none" cap="none" strike="noStrike">
              <a:solidFill>
                <a:schemeClr val="accent3"/>
              </a:solidFill>
              <a:latin typeface="Average"/>
              <a:ea typeface="Average"/>
              <a:cs typeface="Average"/>
              <a:sym typeface="Average"/>
            </a:endParaRPr>
          </a:p>
        </p:txBody>
      </p:sp>
      <p:sp>
        <p:nvSpPr>
          <p:cNvPr id="330" name="Google Shape;330;p36"/>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5" name="Shape 335"/>
        <p:cNvGrpSpPr/>
        <p:nvPr/>
      </p:nvGrpSpPr>
      <p:grpSpPr>
        <a:xfrm>
          <a:off x="0" y="0"/>
          <a:ext cx="0" cy="0"/>
          <a:chOff x="0" y="0"/>
          <a:chExt cx="0" cy="0"/>
        </a:xfrm>
      </p:grpSpPr>
      <p:cxnSp>
        <p:nvCxnSpPr>
          <p:cNvPr id="336" name="Google Shape;336;p37"/>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337" name="Google Shape;337;p37"/>
          <p:cNvSpPr txBox="1"/>
          <p:nvPr/>
        </p:nvSpPr>
        <p:spPr>
          <a:xfrm>
            <a:off x="2089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HSV Color Model</a:t>
            </a:r>
            <a:endParaRPr b="1" i="0" sz="3400" u="none" cap="none" strike="noStrike">
              <a:solidFill>
                <a:srgbClr val="5B0F00"/>
              </a:solidFill>
              <a:latin typeface="Oswald"/>
              <a:ea typeface="Oswald"/>
              <a:cs typeface="Oswald"/>
              <a:sym typeface="Oswald"/>
            </a:endParaRPr>
          </a:p>
        </p:txBody>
      </p:sp>
      <p:pic>
        <p:nvPicPr>
          <p:cNvPr id="338" name="Google Shape;338;p37"/>
          <p:cNvPicPr preferRelativeResize="0"/>
          <p:nvPr/>
        </p:nvPicPr>
        <p:blipFill rotWithShape="1">
          <a:blip r:embed="rId3">
            <a:alphaModFix/>
          </a:blip>
          <a:srcRect b="0" l="0" r="0" t="0"/>
          <a:stretch/>
        </p:blipFill>
        <p:spPr>
          <a:xfrm>
            <a:off x="1518150" y="919201"/>
            <a:ext cx="6107700" cy="3457506"/>
          </a:xfrm>
          <a:prstGeom prst="rect">
            <a:avLst/>
          </a:prstGeom>
          <a:noFill/>
          <a:ln>
            <a:noFill/>
          </a:ln>
        </p:spPr>
      </p:pic>
      <p:sp>
        <p:nvSpPr>
          <p:cNvPr id="339" name="Google Shape;339;p37"/>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4" name="Shape 344"/>
        <p:cNvGrpSpPr/>
        <p:nvPr/>
      </p:nvGrpSpPr>
      <p:grpSpPr>
        <a:xfrm>
          <a:off x="0" y="0"/>
          <a:ext cx="0" cy="0"/>
          <a:chOff x="0" y="0"/>
          <a:chExt cx="0" cy="0"/>
        </a:xfrm>
      </p:grpSpPr>
      <p:pic>
        <p:nvPicPr>
          <p:cNvPr id="345" name="Google Shape;345;p38"/>
          <p:cNvPicPr preferRelativeResize="0"/>
          <p:nvPr/>
        </p:nvPicPr>
        <p:blipFill rotWithShape="1">
          <a:blip r:embed="rId3">
            <a:alphaModFix/>
          </a:blip>
          <a:srcRect b="0" l="0" r="0" t="0"/>
          <a:stretch/>
        </p:blipFill>
        <p:spPr>
          <a:xfrm>
            <a:off x="8292275" y="138338"/>
            <a:ext cx="500625" cy="480600"/>
          </a:xfrm>
          <a:prstGeom prst="rect">
            <a:avLst/>
          </a:prstGeom>
          <a:noFill/>
          <a:ln>
            <a:noFill/>
          </a:ln>
        </p:spPr>
      </p:pic>
      <p:cxnSp>
        <p:nvCxnSpPr>
          <p:cNvPr id="346" name="Google Shape;346;p38"/>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347" name="Google Shape;347;p38"/>
          <p:cNvSpPr txBox="1"/>
          <p:nvPr/>
        </p:nvSpPr>
        <p:spPr>
          <a:xfrm>
            <a:off x="2089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RGB to HSV Conversion</a:t>
            </a:r>
            <a:endParaRPr b="1" i="0" sz="3400" u="none" cap="none" strike="noStrike">
              <a:solidFill>
                <a:srgbClr val="5B0F00"/>
              </a:solidFill>
              <a:latin typeface="Oswald"/>
              <a:ea typeface="Oswald"/>
              <a:cs typeface="Oswald"/>
              <a:sym typeface="Oswald"/>
            </a:endParaRPr>
          </a:p>
        </p:txBody>
      </p:sp>
      <p:sp>
        <p:nvSpPr>
          <p:cNvPr id="348" name="Google Shape;348;p38"/>
          <p:cNvSpPr txBox="1"/>
          <p:nvPr/>
        </p:nvSpPr>
        <p:spPr>
          <a:xfrm>
            <a:off x="382150" y="792113"/>
            <a:ext cx="8233800" cy="4072200"/>
          </a:xfrm>
          <a:prstGeom prst="rect">
            <a:avLst/>
          </a:prstGeom>
          <a:noFill/>
          <a:ln>
            <a:noFill/>
          </a:ln>
        </p:spPr>
        <p:txBody>
          <a:bodyPr anchorCtr="0" anchor="t" bIns="91425" lIns="91425" spcFirstLastPara="1" rIns="91425" wrap="square" tIns="91425">
            <a:noAutofit/>
          </a:bodyPr>
          <a:lstStyle/>
          <a:p>
            <a:pPr indent="-368300" lvl="0" marL="685800" marR="0" rtl="0" algn="l">
              <a:lnSpc>
                <a:spcPct val="100000"/>
              </a:lnSpc>
              <a:spcBef>
                <a:spcPts val="800"/>
              </a:spcBef>
              <a:spcAft>
                <a:spcPts val="0"/>
              </a:spcAft>
              <a:buClr>
                <a:srgbClr val="5B0F00"/>
              </a:buClr>
              <a:buSzPts val="1600"/>
              <a:buFont typeface="Oswald"/>
              <a:buAutoNum type="arabicPeriod"/>
            </a:pPr>
            <a:r>
              <a:rPr b="0" i="0" lang="en-US" sz="1600" u="none" cap="none" strike="noStrike">
                <a:solidFill>
                  <a:srgbClr val="5B0F00"/>
                </a:solidFill>
                <a:latin typeface="Oswald"/>
                <a:ea typeface="Oswald"/>
                <a:cs typeface="Oswald"/>
                <a:sym typeface="Oswald"/>
              </a:rPr>
              <a:t>Divide r, g, b by 255 (if the scale is 0-255, otherwise skip)</a:t>
            </a:r>
            <a:endParaRPr b="0" i="0" sz="1600" u="none" cap="none" strike="noStrike">
              <a:solidFill>
                <a:srgbClr val="5B0F00"/>
              </a:solidFill>
              <a:latin typeface="Oswald"/>
              <a:ea typeface="Oswald"/>
              <a:cs typeface="Oswald"/>
              <a:sym typeface="Oswald"/>
            </a:endParaRPr>
          </a:p>
          <a:p>
            <a:pPr indent="-368300" lvl="0" marL="685800" marR="0" rtl="0" algn="l">
              <a:lnSpc>
                <a:spcPct val="100000"/>
              </a:lnSpc>
              <a:spcBef>
                <a:spcPts val="800"/>
              </a:spcBef>
              <a:spcAft>
                <a:spcPts val="0"/>
              </a:spcAft>
              <a:buClr>
                <a:srgbClr val="5B0F00"/>
              </a:buClr>
              <a:buSzPts val="1600"/>
              <a:buFont typeface="Oswald"/>
              <a:buAutoNum type="arabicPeriod"/>
            </a:pPr>
            <a:r>
              <a:rPr b="0" i="0" lang="en-US" sz="1600" u="none" cap="none" strike="noStrike">
                <a:solidFill>
                  <a:srgbClr val="5B0F00"/>
                </a:solidFill>
                <a:latin typeface="Oswald"/>
                <a:ea typeface="Oswald"/>
                <a:cs typeface="Oswald"/>
                <a:sym typeface="Oswald"/>
              </a:rPr>
              <a:t>Compute cmax, cmin, difference</a:t>
            </a:r>
            <a:endParaRPr b="0" i="0" sz="3400" u="none" cap="none" strike="noStrike">
              <a:solidFill>
                <a:srgbClr val="5B0F00"/>
              </a:solidFill>
              <a:latin typeface="Oswald"/>
              <a:ea typeface="Oswald"/>
              <a:cs typeface="Oswald"/>
              <a:sym typeface="Oswald"/>
            </a:endParaRPr>
          </a:p>
          <a:p>
            <a:pPr indent="-368300" lvl="0" marL="685800" marR="0" rtl="0" algn="l">
              <a:lnSpc>
                <a:spcPct val="100000"/>
              </a:lnSpc>
              <a:spcBef>
                <a:spcPts val="0"/>
              </a:spcBef>
              <a:spcAft>
                <a:spcPts val="0"/>
              </a:spcAft>
              <a:buClr>
                <a:srgbClr val="5B0F00"/>
              </a:buClr>
              <a:buSzPts val="1600"/>
              <a:buFont typeface="Oswald"/>
              <a:buAutoNum type="arabicPeriod"/>
            </a:pPr>
            <a:r>
              <a:rPr b="0" i="0" lang="en-US" sz="1600" u="none" cap="none" strike="noStrike">
                <a:solidFill>
                  <a:srgbClr val="5B0F00"/>
                </a:solidFill>
                <a:latin typeface="Oswald"/>
                <a:ea typeface="Oswald"/>
                <a:cs typeface="Oswald"/>
                <a:sym typeface="Oswald"/>
              </a:rPr>
              <a:t>Hue calculation : </a:t>
            </a:r>
            <a:endParaRPr b="0" i="0" sz="3400" u="none" cap="none" strike="noStrike">
              <a:solidFill>
                <a:srgbClr val="5B0F00"/>
              </a:solidFill>
              <a:latin typeface="Oswald"/>
              <a:ea typeface="Oswald"/>
              <a:cs typeface="Oswald"/>
              <a:sym typeface="Oswald"/>
            </a:endParaRPr>
          </a:p>
          <a:p>
            <a:pPr indent="-368300" lvl="1" marL="1371600" marR="0" rtl="0" algn="l">
              <a:lnSpc>
                <a:spcPct val="100000"/>
              </a:lnSpc>
              <a:spcBef>
                <a:spcPts val="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if cmax equal 0, then h = 0</a:t>
            </a:r>
            <a:endParaRPr b="0" i="0" sz="3000" u="none" cap="none" strike="noStrike">
              <a:solidFill>
                <a:srgbClr val="5B0F00"/>
              </a:solidFill>
              <a:latin typeface="Oswald"/>
              <a:ea typeface="Oswald"/>
              <a:cs typeface="Oswald"/>
              <a:sym typeface="Oswald"/>
            </a:endParaRPr>
          </a:p>
          <a:p>
            <a:pPr indent="-368300" lvl="1" marL="1371600" marR="0" rtl="0" algn="l">
              <a:lnSpc>
                <a:spcPct val="100000"/>
              </a:lnSpc>
              <a:spcBef>
                <a:spcPts val="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if cmax equal r then compute h = </a:t>
            </a:r>
            <a:r>
              <a:rPr b="1" i="0" lang="en-US" sz="1600" u="none" cap="none" strike="noStrike">
                <a:solidFill>
                  <a:srgbClr val="5B0F00"/>
                </a:solidFill>
                <a:latin typeface="Oswald"/>
                <a:ea typeface="Oswald"/>
                <a:cs typeface="Oswald"/>
                <a:sym typeface="Oswald"/>
              </a:rPr>
              <a:t>(g – b) / diff</a:t>
            </a:r>
            <a:endParaRPr b="1" i="0" sz="3000" u="none" cap="none" strike="noStrike">
              <a:solidFill>
                <a:srgbClr val="5B0F00"/>
              </a:solidFill>
              <a:latin typeface="Oswald"/>
              <a:ea typeface="Oswald"/>
              <a:cs typeface="Oswald"/>
              <a:sym typeface="Oswald"/>
            </a:endParaRPr>
          </a:p>
          <a:p>
            <a:pPr indent="-368300" lvl="1" marL="1371600" marR="0" rtl="0" algn="l">
              <a:lnSpc>
                <a:spcPct val="100000"/>
              </a:lnSpc>
              <a:spcBef>
                <a:spcPts val="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if cmax equal g then compute h = </a:t>
            </a:r>
            <a:r>
              <a:rPr b="1" i="0" lang="en-US" sz="1600" u="none" cap="none" strike="noStrike">
                <a:solidFill>
                  <a:srgbClr val="5B0F00"/>
                </a:solidFill>
                <a:latin typeface="Oswald"/>
                <a:ea typeface="Oswald"/>
                <a:cs typeface="Oswald"/>
                <a:sym typeface="Oswald"/>
              </a:rPr>
              <a:t>2 + ((b – r) / diff)</a:t>
            </a:r>
            <a:endParaRPr b="1" i="0" sz="3000" u="none" cap="none" strike="noStrike">
              <a:solidFill>
                <a:srgbClr val="5B0F00"/>
              </a:solidFill>
              <a:latin typeface="Oswald"/>
              <a:ea typeface="Oswald"/>
              <a:cs typeface="Oswald"/>
              <a:sym typeface="Oswald"/>
            </a:endParaRPr>
          </a:p>
          <a:p>
            <a:pPr indent="-368300" lvl="1" marL="1371600" marR="0" rtl="0" algn="l">
              <a:lnSpc>
                <a:spcPct val="100000"/>
              </a:lnSpc>
              <a:spcBef>
                <a:spcPts val="0"/>
              </a:spcBef>
              <a:spcAft>
                <a:spcPts val="0"/>
              </a:spcAft>
              <a:buClr>
                <a:srgbClr val="5B0F00"/>
              </a:buClr>
              <a:buSzPts val="1600"/>
              <a:buFont typeface="Oswald"/>
              <a:buChar char="❏"/>
            </a:pPr>
            <a:r>
              <a:rPr b="0" i="0" lang="en-US" sz="1600" u="none" cap="none" strike="noStrike">
                <a:solidFill>
                  <a:srgbClr val="5B0F00"/>
                </a:solidFill>
                <a:latin typeface="Oswald"/>
                <a:ea typeface="Oswald"/>
                <a:cs typeface="Oswald"/>
                <a:sym typeface="Oswald"/>
              </a:rPr>
              <a:t>if cmax equal b then compute h = </a:t>
            </a:r>
            <a:r>
              <a:rPr b="1" i="0" lang="en-US" sz="1600" u="none" cap="none" strike="noStrike">
                <a:solidFill>
                  <a:srgbClr val="5B0F00"/>
                </a:solidFill>
                <a:latin typeface="Oswald"/>
                <a:ea typeface="Oswald"/>
                <a:cs typeface="Oswald"/>
                <a:sym typeface="Oswald"/>
              </a:rPr>
              <a:t>4 + ((r – g) / diff)</a:t>
            </a:r>
            <a:endParaRPr b="1" i="0" sz="3000" u="none" cap="none" strike="noStrike">
              <a:solidFill>
                <a:srgbClr val="5B0F00"/>
              </a:solidFill>
              <a:latin typeface="Oswald"/>
              <a:ea typeface="Oswald"/>
              <a:cs typeface="Oswald"/>
              <a:sym typeface="Oswald"/>
            </a:endParaRPr>
          </a:p>
          <a:p>
            <a:pPr indent="457200" lvl="0" marL="914400" marR="0" rtl="0" algn="l">
              <a:lnSpc>
                <a:spcPct val="100000"/>
              </a:lnSpc>
              <a:spcBef>
                <a:spcPts val="0"/>
              </a:spcBef>
              <a:spcAft>
                <a:spcPts val="0"/>
              </a:spcAft>
              <a:buNone/>
            </a:pPr>
            <a:r>
              <a:rPr b="1" i="0" lang="en-US" sz="1600" u="none" cap="none" strike="noStrike">
                <a:solidFill>
                  <a:srgbClr val="5B0F00"/>
                </a:solidFill>
                <a:latin typeface="Oswald"/>
                <a:ea typeface="Oswald"/>
                <a:cs typeface="Oswald"/>
                <a:sym typeface="Oswald"/>
              </a:rPr>
              <a:t>h = h * 60</a:t>
            </a:r>
            <a:endParaRPr b="1" i="0" sz="3000" u="none" cap="none" strike="noStrike">
              <a:solidFill>
                <a:srgbClr val="5B0F00"/>
              </a:solidFill>
              <a:latin typeface="Oswald"/>
              <a:ea typeface="Oswald"/>
              <a:cs typeface="Oswald"/>
              <a:sym typeface="Oswald"/>
            </a:endParaRPr>
          </a:p>
          <a:p>
            <a:pPr indent="457200" lvl="0" marL="914400" marR="0" rtl="0" algn="l">
              <a:lnSpc>
                <a:spcPct val="100000"/>
              </a:lnSpc>
              <a:spcBef>
                <a:spcPts val="0"/>
              </a:spcBef>
              <a:spcAft>
                <a:spcPts val="0"/>
              </a:spcAft>
              <a:buNone/>
            </a:pPr>
            <a:r>
              <a:rPr b="1" i="0" lang="en-US" sz="1600" u="none" cap="none" strike="noStrike">
                <a:solidFill>
                  <a:srgbClr val="5B0F00"/>
                </a:solidFill>
                <a:latin typeface="Oswald"/>
                <a:ea typeface="Oswald"/>
                <a:cs typeface="Oswald"/>
                <a:sym typeface="Oswald"/>
              </a:rPr>
              <a:t>if h&lt;0 → h = h + 360</a:t>
            </a:r>
            <a:endParaRPr b="1" i="0" sz="3000" u="none" cap="none" strike="noStrike">
              <a:solidFill>
                <a:srgbClr val="5B0F00"/>
              </a:solidFill>
              <a:latin typeface="Oswald"/>
              <a:ea typeface="Oswald"/>
              <a:cs typeface="Oswald"/>
              <a:sym typeface="Oswald"/>
            </a:endParaRPr>
          </a:p>
          <a:p>
            <a:pPr indent="0" lvl="0" marL="0" marR="0" rtl="0" algn="l">
              <a:lnSpc>
                <a:spcPct val="100000"/>
              </a:lnSpc>
              <a:spcBef>
                <a:spcPts val="800"/>
              </a:spcBef>
              <a:spcAft>
                <a:spcPts val="0"/>
              </a:spcAft>
              <a:buNone/>
            </a:pPr>
            <a:r>
              <a:rPr lang="en-US" sz="1600">
                <a:solidFill>
                  <a:srgbClr val="5B0F00"/>
                </a:solidFill>
                <a:latin typeface="Oswald"/>
                <a:ea typeface="Oswald"/>
                <a:cs typeface="Oswald"/>
                <a:sym typeface="Oswald"/>
              </a:rPr>
              <a:t>     4.	</a:t>
            </a:r>
            <a:r>
              <a:rPr b="0" i="0" lang="en-US" sz="1600" u="none" cap="none" strike="noStrike">
                <a:solidFill>
                  <a:srgbClr val="5B0F00"/>
                </a:solidFill>
                <a:latin typeface="Oswald"/>
                <a:ea typeface="Oswald"/>
                <a:cs typeface="Oswald"/>
                <a:sym typeface="Oswald"/>
              </a:rPr>
              <a:t>Saturation computation :</a:t>
            </a:r>
            <a:endParaRPr b="0" i="0" sz="3400" u="none" cap="none" strike="noStrike">
              <a:solidFill>
                <a:srgbClr val="5B0F00"/>
              </a:solidFill>
              <a:latin typeface="Oswald"/>
              <a:ea typeface="Oswald"/>
              <a:cs typeface="Oswald"/>
              <a:sym typeface="Oswald"/>
            </a:endParaRPr>
          </a:p>
          <a:p>
            <a:pPr indent="-368300" lvl="1" marL="1371600" marR="0" rtl="0" algn="l">
              <a:lnSpc>
                <a:spcPct val="100000"/>
              </a:lnSpc>
              <a:spcBef>
                <a:spcPts val="0"/>
              </a:spcBef>
              <a:spcAft>
                <a:spcPts val="0"/>
              </a:spcAft>
              <a:buClr>
                <a:srgbClr val="5B0F00"/>
              </a:buClr>
              <a:buSzPts val="2200"/>
              <a:buFont typeface="Oswald"/>
              <a:buChar char="○"/>
            </a:pPr>
            <a:r>
              <a:rPr b="0" i="0" lang="en-US" sz="1600" u="none" cap="none" strike="noStrike">
                <a:solidFill>
                  <a:srgbClr val="5B0F00"/>
                </a:solidFill>
                <a:latin typeface="Oswald"/>
                <a:ea typeface="Oswald"/>
                <a:cs typeface="Oswald"/>
                <a:sym typeface="Oswald"/>
              </a:rPr>
              <a:t>if cmax = 0, then s = 0</a:t>
            </a:r>
            <a:endParaRPr b="0" i="0" sz="3000" u="none" cap="none" strike="noStrike">
              <a:solidFill>
                <a:srgbClr val="5B0F00"/>
              </a:solidFill>
              <a:latin typeface="Oswald"/>
              <a:ea typeface="Oswald"/>
              <a:cs typeface="Oswald"/>
              <a:sym typeface="Oswald"/>
            </a:endParaRPr>
          </a:p>
          <a:p>
            <a:pPr indent="-368300" lvl="1" marL="1371600" marR="0" rtl="0" algn="l">
              <a:lnSpc>
                <a:spcPct val="100000"/>
              </a:lnSpc>
              <a:spcBef>
                <a:spcPts val="0"/>
              </a:spcBef>
              <a:spcAft>
                <a:spcPts val="0"/>
              </a:spcAft>
              <a:buClr>
                <a:srgbClr val="5B0F00"/>
              </a:buClr>
              <a:buSzPts val="2200"/>
              <a:buFont typeface="Oswald"/>
              <a:buChar char="○"/>
            </a:pPr>
            <a:r>
              <a:rPr b="0" i="0" lang="en-US" sz="1600" u="none" cap="none" strike="noStrike">
                <a:solidFill>
                  <a:srgbClr val="5B0F00"/>
                </a:solidFill>
                <a:latin typeface="Oswald"/>
                <a:ea typeface="Oswald"/>
                <a:cs typeface="Oswald"/>
                <a:sym typeface="Oswald"/>
              </a:rPr>
              <a:t>if cmax does not equal 0 then compute s = </a:t>
            </a:r>
            <a:r>
              <a:rPr b="1" i="0" lang="en-US" sz="1600" u="none" cap="none" strike="noStrike">
                <a:solidFill>
                  <a:srgbClr val="5B0F00"/>
                </a:solidFill>
                <a:latin typeface="Oswald"/>
                <a:ea typeface="Oswald"/>
                <a:cs typeface="Oswald"/>
                <a:sym typeface="Oswald"/>
              </a:rPr>
              <a:t>(diff/cmax)*100</a:t>
            </a:r>
            <a:endParaRPr b="1" i="0" sz="1600" u="none" cap="none" strike="noStrike">
              <a:solidFill>
                <a:srgbClr val="5B0F00"/>
              </a:solidFill>
              <a:latin typeface="Oswald"/>
              <a:ea typeface="Oswald"/>
              <a:cs typeface="Oswald"/>
              <a:sym typeface="Oswald"/>
            </a:endParaRPr>
          </a:p>
          <a:p>
            <a:pPr indent="0" lvl="0" marL="0" marR="0" rtl="0" algn="l">
              <a:lnSpc>
                <a:spcPct val="100000"/>
              </a:lnSpc>
              <a:spcBef>
                <a:spcPts val="800"/>
              </a:spcBef>
              <a:spcAft>
                <a:spcPts val="0"/>
              </a:spcAft>
              <a:buNone/>
            </a:pPr>
            <a:r>
              <a:rPr lang="en-US" sz="1600">
                <a:solidFill>
                  <a:srgbClr val="5B0F00"/>
                </a:solidFill>
                <a:latin typeface="Oswald"/>
                <a:ea typeface="Oswald"/>
                <a:cs typeface="Oswald"/>
                <a:sym typeface="Oswald"/>
              </a:rPr>
              <a:t>     5. </a:t>
            </a:r>
            <a:r>
              <a:rPr b="0" i="0" lang="en-US" sz="1600" u="none" cap="none" strike="noStrike">
                <a:solidFill>
                  <a:srgbClr val="5B0F00"/>
                </a:solidFill>
                <a:latin typeface="Oswald"/>
                <a:ea typeface="Oswald"/>
                <a:cs typeface="Oswald"/>
                <a:sym typeface="Oswald"/>
              </a:rPr>
              <a:t>Value Computation:</a:t>
            </a:r>
            <a:r>
              <a:rPr b="0" i="0" lang="en-US" sz="3400" u="none" cap="none" strike="noStrike">
                <a:solidFill>
                  <a:srgbClr val="5B0F00"/>
                </a:solidFill>
                <a:latin typeface="Oswald"/>
                <a:ea typeface="Oswald"/>
                <a:cs typeface="Oswald"/>
                <a:sym typeface="Oswald"/>
              </a:rPr>
              <a:t> </a:t>
            </a:r>
            <a:r>
              <a:rPr b="1" i="0" lang="en-US" sz="1600" u="none" cap="none" strike="noStrike">
                <a:solidFill>
                  <a:srgbClr val="5B0F00"/>
                </a:solidFill>
                <a:latin typeface="Oswald"/>
                <a:ea typeface="Oswald"/>
                <a:cs typeface="Oswald"/>
                <a:sym typeface="Oswald"/>
              </a:rPr>
              <a:t>v = cmax*100</a:t>
            </a:r>
            <a:endParaRPr b="1" i="0" sz="2000" u="none" cap="none" strike="noStrike">
              <a:solidFill>
                <a:srgbClr val="5B0F00"/>
              </a:solidFill>
              <a:latin typeface="Oswald"/>
              <a:ea typeface="Oswald"/>
              <a:cs typeface="Oswald"/>
              <a:sym typeface="Oswald"/>
            </a:endParaRPr>
          </a:p>
        </p:txBody>
      </p:sp>
      <p:sp>
        <p:nvSpPr>
          <p:cNvPr id="349" name="Google Shape;349;p38"/>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4" name="Shape 354"/>
        <p:cNvGrpSpPr/>
        <p:nvPr/>
      </p:nvGrpSpPr>
      <p:grpSpPr>
        <a:xfrm>
          <a:off x="0" y="0"/>
          <a:ext cx="0" cy="0"/>
          <a:chOff x="0" y="0"/>
          <a:chExt cx="0" cy="0"/>
        </a:xfrm>
      </p:grpSpPr>
      <p:cxnSp>
        <p:nvCxnSpPr>
          <p:cNvPr id="355" name="Google Shape;355;p39"/>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356" name="Google Shape;356;p39"/>
          <p:cNvSpPr txBox="1"/>
          <p:nvPr/>
        </p:nvSpPr>
        <p:spPr>
          <a:xfrm>
            <a:off x="2851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RGB to HSV Conversion Example</a:t>
            </a:r>
            <a:endParaRPr b="1" i="0" sz="3400" u="none" cap="none" strike="noStrike">
              <a:solidFill>
                <a:srgbClr val="5B0F00"/>
              </a:solidFill>
              <a:latin typeface="Oswald"/>
              <a:ea typeface="Oswald"/>
              <a:cs typeface="Oswald"/>
              <a:sym typeface="Oswald"/>
            </a:endParaRPr>
          </a:p>
        </p:txBody>
      </p:sp>
      <p:pic>
        <p:nvPicPr>
          <p:cNvPr id="357" name="Google Shape;357;p39"/>
          <p:cNvPicPr preferRelativeResize="0"/>
          <p:nvPr/>
        </p:nvPicPr>
        <p:blipFill rotWithShape="1">
          <a:blip r:embed="rId3">
            <a:alphaModFix/>
          </a:blip>
          <a:srcRect b="0" l="0" r="0" t="0"/>
          <a:stretch/>
        </p:blipFill>
        <p:spPr>
          <a:xfrm>
            <a:off x="452625" y="857950"/>
            <a:ext cx="8282527" cy="3952752"/>
          </a:xfrm>
          <a:prstGeom prst="rect">
            <a:avLst/>
          </a:prstGeom>
          <a:noFill/>
          <a:ln>
            <a:noFill/>
          </a:ln>
        </p:spPr>
      </p:pic>
      <p:sp>
        <p:nvSpPr>
          <p:cNvPr id="358" name="Google Shape;358;p39"/>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359" name="Google Shape;359;p39"/>
          <p:cNvSpPr/>
          <p:nvPr/>
        </p:nvSpPr>
        <p:spPr>
          <a:xfrm>
            <a:off x="6530075" y="509675"/>
            <a:ext cx="2057400" cy="882360"/>
          </a:xfrm>
          <a:prstGeom prst="clou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200">
                <a:latin typeface="Calibri"/>
                <a:ea typeface="Calibri"/>
                <a:cs typeface="Calibri"/>
                <a:sym typeface="Calibri"/>
              </a:rPr>
              <a:t>RGB 8-bit per channel System</a:t>
            </a:r>
            <a:endParaRPr b="1" sz="1200">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4" name="Shape 364"/>
        <p:cNvGrpSpPr/>
        <p:nvPr/>
      </p:nvGrpSpPr>
      <p:grpSpPr>
        <a:xfrm>
          <a:off x="0" y="0"/>
          <a:ext cx="0" cy="0"/>
          <a:chOff x="0" y="0"/>
          <a:chExt cx="0" cy="0"/>
        </a:xfrm>
      </p:grpSpPr>
      <p:pic>
        <p:nvPicPr>
          <p:cNvPr id="365" name="Google Shape;365;p40"/>
          <p:cNvPicPr preferRelativeResize="0"/>
          <p:nvPr/>
        </p:nvPicPr>
        <p:blipFill rotWithShape="1">
          <a:blip r:embed="rId3">
            <a:alphaModFix/>
          </a:blip>
          <a:srcRect b="0" l="0" r="0" t="0"/>
          <a:stretch/>
        </p:blipFill>
        <p:spPr>
          <a:xfrm>
            <a:off x="8292275" y="138338"/>
            <a:ext cx="500625" cy="480600"/>
          </a:xfrm>
          <a:prstGeom prst="rect">
            <a:avLst/>
          </a:prstGeom>
          <a:noFill/>
          <a:ln>
            <a:noFill/>
          </a:ln>
        </p:spPr>
      </p:pic>
      <p:cxnSp>
        <p:nvCxnSpPr>
          <p:cNvPr id="366" name="Google Shape;366;p40"/>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367" name="Google Shape;367;p40"/>
          <p:cNvSpPr txBox="1"/>
          <p:nvPr/>
        </p:nvSpPr>
        <p:spPr>
          <a:xfrm>
            <a:off x="2089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HSV to RGB Conversion</a:t>
            </a:r>
            <a:endParaRPr b="1" i="0" sz="3400" u="none" cap="none" strike="noStrike">
              <a:solidFill>
                <a:srgbClr val="5B0F00"/>
              </a:solidFill>
              <a:latin typeface="Oswald"/>
              <a:ea typeface="Oswald"/>
              <a:cs typeface="Oswald"/>
              <a:sym typeface="Oswald"/>
            </a:endParaRPr>
          </a:p>
        </p:txBody>
      </p:sp>
      <p:sp>
        <p:nvSpPr>
          <p:cNvPr id="368" name="Google Shape;368;p40"/>
          <p:cNvSpPr txBox="1"/>
          <p:nvPr/>
        </p:nvSpPr>
        <p:spPr>
          <a:xfrm>
            <a:off x="340475" y="745200"/>
            <a:ext cx="8149800" cy="4096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300"/>
              <a:buFont typeface="Arial"/>
              <a:buNone/>
            </a:pPr>
            <a:r>
              <a:rPr b="1" i="0" lang="en-US" sz="1300" u="none" cap="none" strike="noStrike">
                <a:solidFill>
                  <a:srgbClr val="5B0F00"/>
                </a:solidFill>
                <a:latin typeface="Oswald"/>
                <a:ea typeface="Oswald"/>
                <a:cs typeface="Oswald"/>
                <a:sym typeface="Oswald"/>
              </a:rPr>
              <a:t>1. Calculate Chromatic Component (</a:t>
            </a:r>
            <a:r>
              <a:rPr b="1" i="1" lang="en-US" sz="1300" u="none" cap="none" strike="noStrike">
                <a:solidFill>
                  <a:srgbClr val="5B0F00"/>
                </a:solidFill>
                <a:latin typeface="Oswald"/>
                <a:ea typeface="Oswald"/>
                <a:cs typeface="Oswald"/>
                <a:sym typeface="Oswald"/>
              </a:rPr>
              <a:t>C </a:t>
            </a:r>
            <a:r>
              <a:rPr b="1" i="0" lang="en-US" sz="1300" u="none" cap="none" strike="noStrike">
                <a:solidFill>
                  <a:srgbClr val="5B0F00"/>
                </a:solidFill>
                <a:latin typeface="Oswald"/>
                <a:ea typeface="Oswald"/>
                <a:cs typeface="Oswald"/>
                <a:sym typeface="Oswald"/>
              </a:rPr>
              <a:t>)</a:t>
            </a:r>
            <a:endParaRPr b="1" i="0" sz="1300" u="none" cap="none" strike="noStrike">
              <a:solidFill>
                <a:srgbClr val="5B0F00"/>
              </a:solidFill>
              <a:latin typeface="Oswald"/>
              <a:ea typeface="Oswald"/>
              <a:cs typeface="Oswald"/>
              <a:sym typeface="Oswald"/>
            </a:endParaRPr>
          </a:p>
          <a:p>
            <a:pPr indent="0" lvl="0" marL="0" marR="0" rtl="0" algn="l">
              <a:lnSpc>
                <a:spcPct val="115000"/>
              </a:lnSpc>
              <a:spcBef>
                <a:spcPts val="1200"/>
              </a:spcBef>
              <a:spcAft>
                <a:spcPts val="0"/>
              </a:spcAft>
              <a:buClr>
                <a:srgbClr val="000000"/>
              </a:buClr>
              <a:buSzPts val="1300"/>
              <a:buFont typeface="Arial"/>
              <a:buNone/>
            </a:pPr>
            <a:r>
              <a:rPr b="0" i="0" lang="en-US" sz="1300" u="none" cap="none" strike="noStrike">
                <a:solidFill>
                  <a:srgbClr val="5B0F00"/>
                </a:solidFill>
                <a:latin typeface="Oswald"/>
                <a:ea typeface="Oswald"/>
                <a:cs typeface="Oswald"/>
                <a:sym typeface="Oswald"/>
              </a:rPr>
              <a:t>The chroma C, represents the difference between the maximum and minimum RGB components:</a:t>
            </a:r>
            <a:endParaRPr b="0" i="0" sz="1300" u="none" cap="none" strike="noStrike">
              <a:solidFill>
                <a:srgbClr val="5B0F00"/>
              </a:solidFill>
              <a:latin typeface="Oswald"/>
              <a:ea typeface="Oswald"/>
              <a:cs typeface="Oswald"/>
              <a:sym typeface="Oswald"/>
            </a:endParaRPr>
          </a:p>
          <a:p>
            <a:pPr indent="0" lvl="0" marL="0" marR="0" rtl="0" algn="l">
              <a:lnSpc>
                <a:spcPct val="100000"/>
              </a:lnSpc>
              <a:spcBef>
                <a:spcPts val="200"/>
              </a:spcBef>
              <a:spcAft>
                <a:spcPts val="0"/>
              </a:spcAft>
              <a:buClr>
                <a:srgbClr val="000000"/>
              </a:buClr>
              <a:buSzPts val="1300"/>
              <a:buFont typeface="Arial"/>
              <a:buNone/>
            </a:pPr>
            <a:r>
              <a:rPr b="0" i="0" lang="en-US" sz="1300" u="none" cap="none" strike="noStrike">
                <a:solidFill>
                  <a:srgbClr val="5B0F00"/>
                </a:solidFill>
                <a:latin typeface="Oswald"/>
                <a:ea typeface="Oswald"/>
                <a:cs typeface="Oswald"/>
                <a:sym typeface="Oswald"/>
              </a:rPr>
              <a:t>                                                                                      </a:t>
            </a:r>
            <a:r>
              <a:rPr b="1" i="1" lang="en-US" sz="1300" u="none" cap="none" strike="noStrike">
                <a:solidFill>
                  <a:srgbClr val="5B0F00"/>
                </a:solidFill>
                <a:latin typeface="Oswald"/>
                <a:ea typeface="Oswald"/>
                <a:cs typeface="Oswald"/>
                <a:sym typeface="Oswald"/>
              </a:rPr>
              <a:t>C = V × S</a:t>
            </a:r>
            <a:br>
              <a:rPr b="1" i="1" lang="en-US" sz="1300" u="none" cap="none" strike="noStrike">
                <a:solidFill>
                  <a:srgbClr val="5B0F00"/>
                </a:solidFill>
                <a:latin typeface="Oswald"/>
                <a:ea typeface="Oswald"/>
                <a:cs typeface="Oswald"/>
                <a:sym typeface="Oswald"/>
              </a:rPr>
            </a:br>
            <a:r>
              <a:rPr b="1" i="0" lang="en-US" sz="1300" u="none" cap="none" strike="noStrike">
                <a:solidFill>
                  <a:srgbClr val="5B0F00"/>
                </a:solidFill>
                <a:latin typeface="Oswald"/>
                <a:ea typeface="Oswald"/>
                <a:cs typeface="Oswald"/>
                <a:sym typeface="Oswald"/>
              </a:rPr>
              <a:t>2. Find the Intermediate Value (X)</a:t>
            </a:r>
            <a:endParaRPr b="1" i="0" sz="1300" u="none" cap="none" strike="noStrike">
              <a:solidFill>
                <a:srgbClr val="5B0F00"/>
              </a:solidFill>
              <a:latin typeface="Oswald"/>
              <a:ea typeface="Oswald"/>
              <a:cs typeface="Oswald"/>
              <a:sym typeface="Oswald"/>
            </a:endParaRPr>
          </a:p>
          <a:p>
            <a:pPr indent="0" lvl="0" marL="0" marR="0" rtl="0" algn="l">
              <a:lnSpc>
                <a:spcPct val="115000"/>
              </a:lnSpc>
              <a:spcBef>
                <a:spcPts val="1200"/>
              </a:spcBef>
              <a:spcAft>
                <a:spcPts val="0"/>
              </a:spcAft>
              <a:buClr>
                <a:srgbClr val="000000"/>
              </a:buClr>
              <a:buSzPts val="1300"/>
              <a:buFont typeface="Arial"/>
              <a:buNone/>
            </a:pPr>
            <a:r>
              <a:rPr b="0" i="0" lang="en-US" sz="1300" u="none" cap="none" strike="noStrike">
                <a:solidFill>
                  <a:srgbClr val="5B0F00"/>
                </a:solidFill>
                <a:latin typeface="Oswald"/>
                <a:ea typeface="Oswald"/>
                <a:cs typeface="Oswald"/>
                <a:sym typeface="Oswald"/>
              </a:rPr>
              <a:t>The value X is a scaled component based on the current segment of the hue:</a:t>
            </a:r>
            <a:endParaRPr b="0" i="0" sz="1300" u="none" cap="none" strike="noStrike">
              <a:solidFill>
                <a:srgbClr val="5B0F00"/>
              </a:solidFill>
              <a:latin typeface="Oswald"/>
              <a:ea typeface="Oswald"/>
              <a:cs typeface="Oswald"/>
              <a:sym typeface="Oswald"/>
            </a:endParaRPr>
          </a:p>
          <a:p>
            <a:pPr indent="0" lvl="0" marL="0" marR="0" rtl="0" algn="l">
              <a:lnSpc>
                <a:spcPct val="115000"/>
              </a:lnSpc>
              <a:spcBef>
                <a:spcPts val="1200"/>
              </a:spcBef>
              <a:spcAft>
                <a:spcPts val="0"/>
              </a:spcAft>
              <a:buClr>
                <a:srgbClr val="000000"/>
              </a:buClr>
              <a:buSzPts val="1300"/>
              <a:buFont typeface="Arial"/>
              <a:buNone/>
            </a:pPr>
            <a:r>
              <a:rPr b="0" i="0" lang="en-US" sz="1300" u="none" cap="none" strike="noStrike">
                <a:solidFill>
                  <a:srgbClr val="5B0F00"/>
                </a:solidFill>
                <a:latin typeface="Oswald"/>
                <a:ea typeface="Oswald"/>
                <a:cs typeface="Oswald"/>
                <a:sym typeface="Oswald"/>
              </a:rPr>
              <a:t>                                                               </a:t>
            </a:r>
            <a:r>
              <a:rPr b="1" i="1" lang="en-US" sz="1400" u="none" cap="none" strike="noStrike">
                <a:solidFill>
                  <a:srgbClr val="5B0F00"/>
                </a:solidFill>
                <a:latin typeface="Oswald"/>
                <a:ea typeface="Oswald"/>
                <a:cs typeface="Oswald"/>
                <a:sym typeface="Oswald"/>
              </a:rPr>
              <a:t>X = C × ( 1 − </a:t>
            </a:r>
            <a:r>
              <a:rPr b="1" i="0" lang="en-US" sz="1400" u="none" cap="none" strike="noStrike">
                <a:solidFill>
                  <a:srgbClr val="5B0F00"/>
                </a:solidFill>
                <a:latin typeface="Oswald"/>
                <a:ea typeface="Oswald"/>
                <a:cs typeface="Oswald"/>
                <a:sym typeface="Oswald"/>
              </a:rPr>
              <a:t>∣ </a:t>
            </a:r>
            <a:r>
              <a:rPr b="1" i="1" lang="en-US" sz="1400" u="none" cap="none" strike="noStrike">
                <a:solidFill>
                  <a:srgbClr val="5B0F00"/>
                </a:solidFill>
                <a:latin typeface="Oswald"/>
                <a:ea typeface="Oswald"/>
                <a:cs typeface="Oswald"/>
                <a:sym typeface="Oswald"/>
              </a:rPr>
              <a:t>(H/60  mod 2 ) − 1 </a:t>
            </a:r>
            <a:r>
              <a:rPr b="1" i="0" lang="en-US" sz="1400" u="none" cap="none" strike="noStrike">
                <a:solidFill>
                  <a:srgbClr val="5B0F00"/>
                </a:solidFill>
                <a:latin typeface="Oswald"/>
                <a:ea typeface="Oswald"/>
                <a:cs typeface="Oswald"/>
                <a:sym typeface="Oswald"/>
              </a:rPr>
              <a:t>∣ </a:t>
            </a:r>
            <a:r>
              <a:rPr b="1" i="1" lang="en-US" sz="1400" u="none" cap="none" strike="noStrike">
                <a:solidFill>
                  <a:srgbClr val="5B0F00"/>
                </a:solidFill>
                <a:latin typeface="Oswald"/>
                <a:ea typeface="Oswald"/>
                <a:cs typeface="Oswald"/>
                <a:sym typeface="Oswald"/>
              </a:rPr>
              <a:t>)</a:t>
            </a:r>
            <a:br>
              <a:rPr b="1" i="1" lang="en-US" sz="1400" u="none" cap="none" strike="noStrike">
                <a:solidFill>
                  <a:srgbClr val="5B0F00"/>
                </a:solidFill>
                <a:latin typeface="Oswald"/>
                <a:ea typeface="Oswald"/>
                <a:cs typeface="Oswald"/>
                <a:sym typeface="Oswald"/>
              </a:rPr>
            </a:br>
            <a:r>
              <a:rPr b="1" i="0" lang="en-US" sz="1300" u="none" cap="none" strike="noStrike">
                <a:solidFill>
                  <a:srgbClr val="5B0F00"/>
                </a:solidFill>
                <a:latin typeface="Oswald"/>
                <a:ea typeface="Oswald"/>
                <a:cs typeface="Oswald"/>
                <a:sym typeface="Oswald"/>
              </a:rPr>
              <a:t>3. Calculate the Adjustment (m)</a:t>
            </a:r>
            <a:endParaRPr b="1" i="0" sz="1300" u="none" cap="none" strike="noStrike">
              <a:solidFill>
                <a:srgbClr val="5B0F00"/>
              </a:solidFill>
              <a:latin typeface="Oswald"/>
              <a:ea typeface="Oswald"/>
              <a:cs typeface="Oswald"/>
              <a:sym typeface="Oswald"/>
            </a:endParaRPr>
          </a:p>
          <a:p>
            <a:pPr indent="0" lvl="0" marL="0" marR="0" rtl="0" algn="l">
              <a:lnSpc>
                <a:spcPct val="115000"/>
              </a:lnSpc>
              <a:spcBef>
                <a:spcPts val="1200"/>
              </a:spcBef>
              <a:spcAft>
                <a:spcPts val="0"/>
              </a:spcAft>
              <a:buClr>
                <a:srgbClr val="000000"/>
              </a:buClr>
              <a:buSzPts val="1300"/>
              <a:buFont typeface="Arial"/>
              <a:buNone/>
            </a:pPr>
            <a:r>
              <a:rPr b="0" i="0" lang="en-US" sz="1300" u="none" cap="none" strike="noStrike">
                <a:solidFill>
                  <a:srgbClr val="5B0F00"/>
                </a:solidFill>
                <a:latin typeface="Oswald"/>
                <a:ea typeface="Oswald"/>
                <a:cs typeface="Oswald"/>
                <a:sym typeface="Oswald"/>
              </a:rPr>
              <a:t>The adjustment m, shifts the RGB values to match the value V (the maximum component):</a:t>
            </a:r>
            <a:endParaRPr b="0" i="0" sz="1300" u="none" cap="none" strike="noStrike">
              <a:solidFill>
                <a:srgbClr val="5B0F00"/>
              </a:solidFill>
              <a:latin typeface="Oswald"/>
              <a:ea typeface="Oswald"/>
              <a:cs typeface="Oswald"/>
              <a:sym typeface="Oswald"/>
            </a:endParaRPr>
          </a:p>
          <a:p>
            <a:pPr indent="0" lvl="0" marL="0" marR="0" rtl="0" algn="l">
              <a:lnSpc>
                <a:spcPct val="115000"/>
              </a:lnSpc>
              <a:spcBef>
                <a:spcPts val="1200"/>
              </a:spcBef>
              <a:spcAft>
                <a:spcPts val="0"/>
              </a:spcAft>
              <a:buClr>
                <a:srgbClr val="000000"/>
              </a:buClr>
              <a:buSzPts val="1300"/>
              <a:buFont typeface="Arial"/>
              <a:buNone/>
            </a:pPr>
            <a:r>
              <a:rPr b="0" i="0" lang="en-US" sz="1300" u="none" cap="none" strike="noStrike">
                <a:solidFill>
                  <a:srgbClr val="5B0F00"/>
                </a:solidFill>
                <a:latin typeface="Oswald"/>
                <a:ea typeface="Oswald"/>
                <a:cs typeface="Oswald"/>
                <a:sym typeface="Oswald"/>
              </a:rPr>
              <a:t>                                                                                        </a:t>
            </a:r>
            <a:r>
              <a:rPr b="1" i="1" lang="en-US" sz="1400" u="none" cap="none" strike="noStrike">
                <a:solidFill>
                  <a:srgbClr val="5B0F00"/>
                </a:solidFill>
                <a:latin typeface="Oswald"/>
                <a:ea typeface="Oswald"/>
                <a:cs typeface="Oswald"/>
                <a:sym typeface="Oswald"/>
              </a:rPr>
              <a:t> m = V − C</a:t>
            </a:r>
            <a:br>
              <a:rPr b="1" i="1" lang="en-US" sz="1400" u="none" cap="none" strike="noStrike">
                <a:solidFill>
                  <a:srgbClr val="5B0F00"/>
                </a:solidFill>
                <a:latin typeface="Oswald"/>
                <a:ea typeface="Oswald"/>
                <a:cs typeface="Oswald"/>
                <a:sym typeface="Oswald"/>
              </a:rPr>
            </a:br>
            <a:r>
              <a:rPr b="1" i="0" lang="en-US" sz="1300" u="none" cap="none" strike="noStrike">
                <a:solidFill>
                  <a:srgbClr val="5B0F00"/>
                </a:solidFill>
                <a:latin typeface="Oswald"/>
                <a:ea typeface="Oswald"/>
                <a:cs typeface="Oswald"/>
                <a:sym typeface="Oswald"/>
              </a:rPr>
              <a:t>4. Assign RGB Values Based on Hue Segment</a:t>
            </a:r>
            <a:endParaRPr b="1" i="0" sz="1300" u="none" cap="none" strike="noStrike">
              <a:solidFill>
                <a:srgbClr val="5B0F00"/>
              </a:solidFill>
              <a:latin typeface="Oswald"/>
              <a:ea typeface="Oswald"/>
              <a:cs typeface="Oswald"/>
              <a:sym typeface="Oswald"/>
            </a:endParaRPr>
          </a:p>
          <a:p>
            <a:pPr indent="0" lvl="0" marL="0" marR="0" rtl="0" algn="l">
              <a:lnSpc>
                <a:spcPct val="115000"/>
              </a:lnSpc>
              <a:spcBef>
                <a:spcPts val="1200"/>
              </a:spcBef>
              <a:spcAft>
                <a:spcPts val="0"/>
              </a:spcAft>
              <a:buClr>
                <a:srgbClr val="000000"/>
              </a:buClr>
              <a:buSzPts val="1300"/>
              <a:buFont typeface="Arial"/>
              <a:buNone/>
            </a:pPr>
            <a:r>
              <a:rPr b="0" i="0" lang="en-US" sz="1300" u="none" cap="none" strike="noStrike">
                <a:solidFill>
                  <a:srgbClr val="5B0F00"/>
                </a:solidFill>
                <a:latin typeface="Oswald"/>
                <a:ea typeface="Oswald"/>
                <a:cs typeface="Oswald"/>
                <a:sym typeface="Oswald"/>
              </a:rPr>
              <a:t>The hue (</a:t>
            </a:r>
            <a:r>
              <a:rPr b="0" i="1" lang="en-US" sz="1300" u="none" cap="none" strike="noStrike">
                <a:solidFill>
                  <a:srgbClr val="5B0F00"/>
                </a:solidFill>
                <a:latin typeface="Oswald"/>
                <a:ea typeface="Oswald"/>
                <a:cs typeface="Oswald"/>
                <a:sym typeface="Oswald"/>
              </a:rPr>
              <a:t>H </a:t>
            </a:r>
            <a:r>
              <a:rPr b="0" i="0" lang="en-US" sz="1300" u="none" cap="none" strike="noStrike">
                <a:solidFill>
                  <a:srgbClr val="5B0F00"/>
                </a:solidFill>
                <a:latin typeface="Oswald"/>
                <a:ea typeface="Oswald"/>
                <a:cs typeface="Oswald"/>
                <a:sym typeface="Oswald"/>
              </a:rPr>
              <a:t>) determines the sequence of R,G,B. Divide </a:t>
            </a:r>
            <a:r>
              <a:rPr b="0" i="1" lang="en-US" sz="1300" u="none" cap="none" strike="noStrike">
                <a:solidFill>
                  <a:srgbClr val="5B0F00"/>
                </a:solidFill>
                <a:latin typeface="Oswald"/>
                <a:ea typeface="Oswald"/>
                <a:cs typeface="Oswald"/>
                <a:sym typeface="Oswald"/>
              </a:rPr>
              <a:t>H</a:t>
            </a:r>
            <a:r>
              <a:rPr b="0" i="0" lang="en-US" sz="1300" u="none" cap="none" strike="noStrike">
                <a:solidFill>
                  <a:srgbClr val="5B0F00"/>
                </a:solidFill>
                <a:latin typeface="Oswald"/>
                <a:ea typeface="Oswald"/>
                <a:cs typeface="Oswald"/>
                <a:sym typeface="Oswald"/>
              </a:rPr>
              <a:t> into 6 segments (0</a:t>
            </a:r>
            <a:r>
              <a:rPr b="0" baseline="30000" i="0" lang="en-US" sz="1300" u="none" cap="none" strike="noStrike">
                <a:solidFill>
                  <a:srgbClr val="5B0F00"/>
                </a:solidFill>
                <a:latin typeface="Oswald"/>
                <a:ea typeface="Oswald"/>
                <a:cs typeface="Oswald"/>
                <a:sym typeface="Oswald"/>
              </a:rPr>
              <a:t>o</a:t>
            </a:r>
            <a:r>
              <a:rPr b="0" i="0" lang="en-US" sz="1300" u="none" cap="none" strike="noStrike">
                <a:solidFill>
                  <a:srgbClr val="5B0F00"/>
                </a:solidFill>
                <a:latin typeface="Oswald"/>
                <a:ea typeface="Oswald"/>
                <a:cs typeface="Oswald"/>
                <a:sym typeface="Oswald"/>
              </a:rPr>
              <a:t>−360</a:t>
            </a:r>
            <a:r>
              <a:rPr b="0" baseline="30000" i="0" lang="en-US" sz="1300" u="none" cap="none" strike="noStrike">
                <a:solidFill>
                  <a:srgbClr val="5B0F00"/>
                </a:solidFill>
                <a:latin typeface="Oswald"/>
                <a:ea typeface="Oswald"/>
                <a:cs typeface="Oswald"/>
                <a:sym typeface="Oswald"/>
              </a:rPr>
              <a:t>o</a:t>
            </a:r>
            <a:r>
              <a:rPr b="0" i="0" lang="en-US" sz="1300" u="none" cap="none" strike="noStrike">
                <a:solidFill>
                  <a:srgbClr val="5B0F00"/>
                </a:solidFill>
                <a:latin typeface="Oswald"/>
                <a:ea typeface="Oswald"/>
                <a:cs typeface="Oswald"/>
                <a:sym typeface="Oswald"/>
              </a:rPr>
              <a:t>):</a:t>
            </a:r>
            <a:br>
              <a:rPr b="0" i="0" lang="en-US" sz="1300" u="none" cap="none" strike="noStrike">
                <a:solidFill>
                  <a:srgbClr val="5B0F00"/>
                </a:solidFill>
                <a:latin typeface="Oswald"/>
                <a:ea typeface="Oswald"/>
                <a:cs typeface="Oswald"/>
                <a:sym typeface="Oswald"/>
              </a:rPr>
            </a:br>
            <a:endParaRPr b="0" i="0" sz="1300" u="none" cap="none" strike="noStrike">
              <a:solidFill>
                <a:srgbClr val="5B0F00"/>
              </a:solidFill>
              <a:latin typeface="Oswald"/>
              <a:ea typeface="Oswald"/>
              <a:cs typeface="Oswald"/>
              <a:sym typeface="Oswald"/>
            </a:endParaRPr>
          </a:p>
          <a:p>
            <a:pPr indent="0" lvl="0" marL="0" marR="0" rtl="0" algn="l">
              <a:lnSpc>
                <a:spcPct val="115000"/>
              </a:lnSpc>
              <a:spcBef>
                <a:spcPts val="1200"/>
              </a:spcBef>
              <a:spcAft>
                <a:spcPts val="0"/>
              </a:spcAft>
              <a:buClr>
                <a:srgbClr val="000000"/>
              </a:buClr>
              <a:buSzPts val="1400"/>
              <a:buFont typeface="Arial"/>
              <a:buNone/>
            </a:pPr>
            <a:r>
              <a:t/>
            </a:r>
            <a:endParaRPr b="1" i="1" sz="1400" u="none" cap="none" strike="noStrike">
              <a:solidFill>
                <a:srgbClr val="5B0F00"/>
              </a:solidFill>
              <a:latin typeface="Oswald"/>
              <a:ea typeface="Oswald"/>
              <a:cs typeface="Oswald"/>
              <a:sym typeface="Oswald"/>
            </a:endParaRPr>
          </a:p>
          <a:p>
            <a:pPr indent="0" lvl="0" marL="0" marR="0" rtl="0" algn="l">
              <a:lnSpc>
                <a:spcPct val="100000"/>
              </a:lnSpc>
              <a:spcBef>
                <a:spcPts val="1200"/>
              </a:spcBef>
              <a:spcAft>
                <a:spcPts val="0"/>
              </a:spcAft>
              <a:buClr>
                <a:srgbClr val="000000"/>
              </a:buClr>
              <a:buSzPts val="1300"/>
              <a:buFont typeface="Arial"/>
              <a:buNone/>
            </a:pPr>
            <a:r>
              <a:t/>
            </a:r>
            <a:endParaRPr b="1" i="1" sz="1300" u="none" cap="none" strike="noStrike">
              <a:solidFill>
                <a:srgbClr val="5B0F00"/>
              </a:solidFill>
              <a:latin typeface="Oswald"/>
              <a:ea typeface="Oswald"/>
              <a:cs typeface="Oswald"/>
              <a:sym typeface="Oswald"/>
            </a:endParaRPr>
          </a:p>
        </p:txBody>
      </p:sp>
      <p:pic>
        <p:nvPicPr>
          <p:cNvPr id="369" name="Google Shape;369;p40"/>
          <p:cNvPicPr preferRelativeResize="0"/>
          <p:nvPr/>
        </p:nvPicPr>
        <p:blipFill rotWithShape="1">
          <a:blip r:embed="rId4">
            <a:alphaModFix/>
          </a:blip>
          <a:srcRect b="0" l="0" r="0" t="14316"/>
          <a:stretch/>
        </p:blipFill>
        <p:spPr>
          <a:xfrm>
            <a:off x="5458550" y="1694475"/>
            <a:ext cx="3685451" cy="1272775"/>
          </a:xfrm>
          <a:prstGeom prst="rect">
            <a:avLst/>
          </a:prstGeom>
          <a:noFill/>
          <a:ln>
            <a:noFill/>
          </a:ln>
        </p:spPr>
      </p:pic>
      <p:sp>
        <p:nvSpPr>
          <p:cNvPr id="370" name="Google Shape;370;p40"/>
          <p:cNvSpPr txBox="1"/>
          <p:nvPr/>
        </p:nvSpPr>
        <p:spPr>
          <a:xfrm>
            <a:off x="5697625" y="3590550"/>
            <a:ext cx="3022500" cy="1457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rgbClr val="5B0F00"/>
                </a:solidFill>
                <a:latin typeface="Oswald"/>
                <a:ea typeface="Oswald"/>
                <a:cs typeface="Oswald"/>
                <a:sym typeface="Oswald"/>
              </a:rPr>
              <a:t>5. Adjustment</a:t>
            </a:r>
            <a:endParaRPr b="1" i="0" sz="1300" u="none" cap="none" strike="noStrike">
              <a:solidFill>
                <a:srgbClr val="5B0F00"/>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1300"/>
              <a:buFont typeface="Arial"/>
              <a:buNone/>
            </a:pPr>
            <a:br>
              <a:rPr b="0" i="0" lang="en-US" sz="1300" u="none" cap="none" strike="noStrike">
                <a:solidFill>
                  <a:srgbClr val="5B0F00"/>
                </a:solidFill>
                <a:latin typeface="Oswald"/>
                <a:ea typeface="Oswald"/>
                <a:cs typeface="Oswald"/>
                <a:sym typeface="Oswald"/>
              </a:rPr>
            </a:br>
            <a:r>
              <a:rPr b="0" i="0" lang="en-US" sz="1300" u="none" cap="none" strike="noStrike">
                <a:solidFill>
                  <a:srgbClr val="5B0F00"/>
                </a:solidFill>
                <a:latin typeface="Oswald"/>
                <a:ea typeface="Oswald"/>
                <a:cs typeface="Oswald"/>
                <a:sym typeface="Oswald"/>
              </a:rPr>
              <a:t>Adjust the RGB values to match the original value (V):</a:t>
            </a:r>
            <a:endParaRPr b="0" i="0" sz="1300" u="none" cap="none" strike="noStrike">
              <a:solidFill>
                <a:srgbClr val="5B0F00"/>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5B0F00"/>
              </a:solidFill>
              <a:latin typeface="Oswald"/>
              <a:ea typeface="Oswald"/>
              <a:cs typeface="Oswald"/>
              <a:sym typeface="Oswald"/>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B0F00"/>
                </a:solidFill>
                <a:latin typeface="Oswald"/>
                <a:ea typeface="Oswald"/>
                <a:cs typeface="Oswald"/>
                <a:sym typeface="Oswald"/>
              </a:rPr>
              <a:t>R</a:t>
            </a:r>
            <a:r>
              <a:rPr b="1" baseline="30000" i="0" lang="en-US" sz="1600" u="none" cap="none" strike="noStrike">
                <a:solidFill>
                  <a:srgbClr val="5B0F00"/>
                </a:solidFill>
                <a:latin typeface="Oswald"/>
                <a:ea typeface="Oswald"/>
                <a:cs typeface="Oswald"/>
                <a:sym typeface="Oswald"/>
              </a:rPr>
              <a:t>’</a:t>
            </a:r>
            <a:r>
              <a:rPr b="1" i="0" lang="en-US" sz="1600" u="none" cap="none" strike="noStrike">
                <a:solidFill>
                  <a:srgbClr val="5B0F00"/>
                </a:solidFill>
                <a:latin typeface="Oswald"/>
                <a:ea typeface="Oswald"/>
                <a:cs typeface="Oswald"/>
                <a:sym typeface="Oswald"/>
              </a:rPr>
              <a:t>=(R+m), G</a:t>
            </a:r>
            <a:r>
              <a:rPr b="1" baseline="30000" i="0" lang="en-US" sz="1600" u="none" cap="none" strike="noStrike">
                <a:solidFill>
                  <a:srgbClr val="5B0F00"/>
                </a:solidFill>
                <a:latin typeface="Oswald"/>
                <a:ea typeface="Oswald"/>
                <a:cs typeface="Oswald"/>
                <a:sym typeface="Oswald"/>
              </a:rPr>
              <a:t>’</a:t>
            </a:r>
            <a:r>
              <a:rPr b="1" i="0" lang="en-US" sz="1600" u="none" cap="none" strike="noStrike">
                <a:solidFill>
                  <a:srgbClr val="5B0F00"/>
                </a:solidFill>
                <a:latin typeface="Oswald"/>
                <a:ea typeface="Oswald"/>
                <a:cs typeface="Oswald"/>
                <a:sym typeface="Oswald"/>
              </a:rPr>
              <a:t>=(G+m), B</a:t>
            </a:r>
            <a:r>
              <a:rPr b="1" baseline="30000" i="0" lang="en-US" sz="1600" u="none" cap="none" strike="noStrike">
                <a:solidFill>
                  <a:srgbClr val="5B0F00"/>
                </a:solidFill>
                <a:latin typeface="Oswald"/>
                <a:ea typeface="Oswald"/>
                <a:cs typeface="Oswald"/>
                <a:sym typeface="Oswald"/>
              </a:rPr>
              <a:t>’</a:t>
            </a:r>
            <a:r>
              <a:rPr b="1" i="0" lang="en-US" sz="1600" u="none" cap="none" strike="noStrike">
                <a:solidFill>
                  <a:srgbClr val="5B0F00"/>
                </a:solidFill>
                <a:latin typeface="Oswald"/>
                <a:ea typeface="Oswald"/>
                <a:cs typeface="Oswald"/>
                <a:sym typeface="Oswald"/>
              </a:rPr>
              <a:t>=(B+m)</a:t>
            </a:r>
            <a:endParaRPr b="1" i="0" sz="1600" u="none" cap="none" strike="noStrike">
              <a:solidFill>
                <a:srgbClr val="5B0F00"/>
              </a:solidFill>
              <a:latin typeface="Oswald"/>
              <a:ea typeface="Oswald"/>
              <a:cs typeface="Oswald"/>
              <a:sym typeface="Oswald"/>
            </a:endParaRPr>
          </a:p>
        </p:txBody>
      </p:sp>
      <p:sp>
        <p:nvSpPr>
          <p:cNvPr id="371" name="Google Shape;371;p40"/>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6" name="Shape 376"/>
        <p:cNvGrpSpPr/>
        <p:nvPr/>
      </p:nvGrpSpPr>
      <p:grpSpPr>
        <a:xfrm>
          <a:off x="0" y="0"/>
          <a:ext cx="0" cy="0"/>
          <a:chOff x="0" y="0"/>
          <a:chExt cx="0" cy="0"/>
        </a:xfrm>
      </p:grpSpPr>
      <p:pic>
        <p:nvPicPr>
          <p:cNvPr id="377" name="Google Shape;377;p41"/>
          <p:cNvPicPr preferRelativeResize="0"/>
          <p:nvPr/>
        </p:nvPicPr>
        <p:blipFill rotWithShape="1">
          <a:blip r:embed="rId3">
            <a:alphaModFix/>
          </a:blip>
          <a:srcRect b="0" l="0" r="0" t="0"/>
          <a:stretch/>
        </p:blipFill>
        <p:spPr>
          <a:xfrm>
            <a:off x="8292275" y="138338"/>
            <a:ext cx="500625" cy="480600"/>
          </a:xfrm>
          <a:prstGeom prst="rect">
            <a:avLst/>
          </a:prstGeom>
          <a:noFill/>
          <a:ln>
            <a:noFill/>
          </a:ln>
        </p:spPr>
      </p:pic>
      <p:cxnSp>
        <p:nvCxnSpPr>
          <p:cNvPr id="378" name="Google Shape;378;p41"/>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379" name="Google Shape;379;p41"/>
          <p:cNvSpPr txBox="1"/>
          <p:nvPr/>
        </p:nvSpPr>
        <p:spPr>
          <a:xfrm>
            <a:off x="2851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HSV to RGB Conversion Example</a:t>
            </a:r>
            <a:endParaRPr b="1" i="0" sz="3400" u="none" cap="none" strike="noStrike">
              <a:solidFill>
                <a:srgbClr val="5B0F00"/>
              </a:solidFill>
              <a:latin typeface="Oswald"/>
              <a:ea typeface="Oswald"/>
              <a:cs typeface="Oswald"/>
              <a:sym typeface="Oswald"/>
            </a:endParaRPr>
          </a:p>
        </p:txBody>
      </p:sp>
      <p:pic>
        <p:nvPicPr>
          <p:cNvPr id="380" name="Google Shape;380;p41"/>
          <p:cNvPicPr preferRelativeResize="0"/>
          <p:nvPr/>
        </p:nvPicPr>
        <p:blipFill rotWithShape="1">
          <a:blip r:embed="rId4">
            <a:alphaModFix/>
          </a:blip>
          <a:srcRect b="0" l="0" r="0" t="0"/>
          <a:stretch/>
        </p:blipFill>
        <p:spPr>
          <a:xfrm>
            <a:off x="578675" y="1091750"/>
            <a:ext cx="8005202" cy="3731549"/>
          </a:xfrm>
          <a:prstGeom prst="rect">
            <a:avLst/>
          </a:prstGeom>
          <a:noFill/>
          <a:ln>
            <a:noFill/>
          </a:ln>
        </p:spPr>
      </p:pic>
      <p:sp>
        <p:nvSpPr>
          <p:cNvPr id="381" name="Google Shape;381;p41"/>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6" name="Shape 386"/>
        <p:cNvGrpSpPr/>
        <p:nvPr/>
      </p:nvGrpSpPr>
      <p:grpSpPr>
        <a:xfrm>
          <a:off x="0" y="0"/>
          <a:ext cx="0" cy="0"/>
          <a:chOff x="0" y="0"/>
          <a:chExt cx="0" cy="0"/>
        </a:xfrm>
      </p:grpSpPr>
      <p:pic>
        <p:nvPicPr>
          <p:cNvPr id="387" name="Google Shape;387;p42"/>
          <p:cNvPicPr preferRelativeResize="0"/>
          <p:nvPr/>
        </p:nvPicPr>
        <p:blipFill rotWithShape="1">
          <a:blip r:embed="rId3">
            <a:alphaModFix/>
          </a:blip>
          <a:srcRect b="0" l="0" r="0" t="0"/>
          <a:stretch/>
        </p:blipFill>
        <p:spPr>
          <a:xfrm>
            <a:off x="8292275" y="138338"/>
            <a:ext cx="500625" cy="480600"/>
          </a:xfrm>
          <a:prstGeom prst="rect">
            <a:avLst/>
          </a:prstGeom>
          <a:noFill/>
          <a:ln>
            <a:noFill/>
          </a:ln>
        </p:spPr>
      </p:pic>
      <p:cxnSp>
        <p:nvCxnSpPr>
          <p:cNvPr id="388" name="Google Shape;388;p42"/>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389" name="Google Shape;389;p42"/>
          <p:cNvSpPr txBox="1"/>
          <p:nvPr/>
        </p:nvSpPr>
        <p:spPr>
          <a:xfrm>
            <a:off x="285125" y="653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HSV Color Model Application</a:t>
            </a:r>
            <a:endParaRPr b="1" i="0" sz="3400" u="none" cap="none" strike="noStrike">
              <a:solidFill>
                <a:srgbClr val="5B0F00"/>
              </a:solidFill>
              <a:latin typeface="Oswald"/>
              <a:ea typeface="Oswald"/>
              <a:cs typeface="Oswald"/>
              <a:sym typeface="Oswald"/>
            </a:endParaRPr>
          </a:p>
        </p:txBody>
      </p:sp>
      <p:sp>
        <p:nvSpPr>
          <p:cNvPr id="390" name="Google Shape;390;p42"/>
          <p:cNvSpPr txBox="1"/>
          <p:nvPr/>
        </p:nvSpPr>
        <p:spPr>
          <a:xfrm>
            <a:off x="340475" y="760838"/>
            <a:ext cx="7951800" cy="3986700"/>
          </a:xfrm>
          <a:prstGeom prst="rect">
            <a:avLst/>
          </a:prstGeom>
          <a:noFill/>
          <a:ln>
            <a:noFill/>
          </a:ln>
        </p:spPr>
        <p:txBody>
          <a:bodyPr anchorCtr="0" anchor="t" bIns="91425" lIns="91425" spcFirstLastPara="1" rIns="91425" wrap="square" tIns="91425">
            <a:noAutofit/>
          </a:bodyPr>
          <a:lstStyle/>
          <a:p>
            <a:pPr indent="-266700" lvl="0" marL="457200" marR="0" rtl="0" algn="l">
              <a:lnSpc>
                <a:spcPct val="100000"/>
              </a:lnSpc>
              <a:spcBef>
                <a:spcPts val="360"/>
              </a:spcBef>
              <a:spcAft>
                <a:spcPts val="0"/>
              </a:spcAft>
              <a:buClr>
                <a:srgbClr val="5B0F00"/>
              </a:buClr>
              <a:buSzPts val="2000"/>
              <a:buFont typeface="Arial"/>
              <a:buAutoNum type="arabicPeriod"/>
            </a:pPr>
            <a:r>
              <a:rPr b="0" i="0" lang="en-US" sz="2200" u="none" cap="none" strike="noStrike">
                <a:solidFill>
                  <a:srgbClr val="5B0F00"/>
                </a:solidFill>
                <a:latin typeface="Oswald"/>
                <a:ea typeface="Oswald"/>
                <a:cs typeface="Oswald"/>
                <a:sym typeface="Oswald"/>
              </a:rPr>
              <a:t>The HSV model is widely used in computer graphics for intuitive </a:t>
            </a:r>
            <a:r>
              <a:rPr b="1" i="0" lang="en-US" sz="2200" u="none" cap="none" strike="noStrike">
                <a:solidFill>
                  <a:srgbClr val="5B0F00"/>
                </a:solidFill>
                <a:latin typeface="Oswald"/>
                <a:ea typeface="Oswald"/>
                <a:cs typeface="Oswald"/>
                <a:sym typeface="Oswald"/>
              </a:rPr>
              <a:t>color selection</a:t>
            </a:r>
            <a:r>
              <a:rPr b="0" i="0" lang="en-US" sz="2200" u="none" cap="none" strike="noStrike">
                <a:solidFill>
                  <a:srgbClr val="5B0F00"/>
                </a:solidFill>
                <a:latin typeface="Oswald"/>
                <a:ea typeface="Oswald"/>
                <a:cs typeface="Oswald"/>
                <a:sym typeface="Oswald"/>
              </a:rPr>
              <a:t> in tools like color pickers and gradient design. </a:t>
            </a:r>
            <a:endParaRPr b="0" i="0" sz="3800" u="none" cap="none" strike="noStrike">
              <a:solidFill>
                <a:srgbClr val="5B0F00"/>
              </a:solidFill>
              <a:latin typeface="Oswald"/>
              <a:ea typeface="Oswald"/>
              <a:cs typeface="Oswald"/>
              <a:sym typeface="Oswald"/>
            </a:endParaRPr>
          </a:p>
          <a:p>
            <a:pPr indent="-266700" lvl="0" marL="457200" marR="0" rtl="0" algn="l">
              <a:lnSpc>
                <a:spcPct val="100000"/>
              </a:lnSpc>
              <a:spcBef>
                <a:spcPts val="360"/>
              </a:spcBef>
              <a:spcAft>
                <a:spcPts val="0"/>
              </a:spcAft>
              <a:buClr>
                <a:srgbClr val="5B0F00"/>
              </a:buClr>
              <a:buSzPts val="2000"/>
              <a:buFont typeface="Arial"/>
              <a:buAutoNum type="arabicPeriod"/>
            </a:pPr>
            <a:r>
              <a:rPr b="0" i="0" lang="en-US" sz="2200" u="none" cap="none" strike="noStrike">
                <a:solidFill>
                  <a:srgbClr val="5B0F00"/>
                </a:solidFill>
                <a:latin typeface="Oswald"/>
                <a:ea typeface="Oswald"/>
                <a:cs typeface="Oswald"/>
                <a:sym typeface="Oswald"/>
              </a:rPr>
              <a:t>It aids in </a:t>
            </a:r>
            <a:r>
              <a:rPr b="1" i="0" lang="en-US" sz="2200" u="none" cap="none" strike="noStrike">
                <a:solidFill>
                  <a:srgbClr val="5B0F00"/>
                </a:solidFill>
                <a:latin typeface="Oswald"/>
                <a:ea typeface="Oswald"/>
                <a:cs typeface="Oswald"/>
                <a:sym typeface="Oswald"/>
              </a:rPr>
              <a:t>image processing</a:t>
            </a:r>
            <a:r>
              <a:rPr b="0" i="0" lang="en-US" sz="2200" u="none" cap="none" strike="noStrike">
                <a:solidFill>
                  <a:srgbClr val="5B0F00"/>
                </a:solidFill>
                <a:latin typeface="Oswald"/>
                <a:ea typeface="Oswald"/>
                <a:cs typeface="Oswald"/>
                <a:sym typeface="Oswald"/>
              </a:rPr>
              <a:t> tasks such as color-based filtering, segmentation, and thresholding.</a:t>
            </a:r>
            <a:endParaRPr b="0" i="0" sz="3800" u="none" cap="none" strike="noStrike">
              <a:solidFill>
                <a:srgbClr val="5B0F00"/>
              </a:solidFill>
              <a:latin typeface="Oswald"/>
              <a:ea typeface="Oswald"/>
              <a:cs typeface="Oswald"/>
              <a:sym typeface="Oswald"/>
            </a:endParaRPr>
          </a:p>
          <a:p>
            <a:pPr indent="-266700" lvl="0" marL="457200" marR="0" rtl="0" algn="l">
              <a:lnSpc>
                <a:spcPct val="100000"/>
              </a:lnSpc>
              <a:spcBef>
                <a:spcPts val="360"/>
              </a:spcBef>
              <a:spcAft>
                <a:spcPts val="0"/>
              </a:spcAft>
              <a:buClr>
                <a:srgbClr val="5B0F00"/>
              </a:buClr>
              <a:buSzPts val="2000"/>
              <a:buFont typeface="Arial"/>
              <a:buAutoNum type="arabicPeriod"/>
            </a:pPr>
            <a:r>
              <a:rPr b="0" i="0" lang="en-US" sz="2200" u="none" cap="none" strike="noStrike">
                <a:solidFill>
                  <a:srgbClr val="5B0F00"/>
                </a:solidFill>
                <a:latin typeface="Oswald"/>
                <a:ea typeface="Oswald"/>
                <a:cs typeface="Oswald"/>
                <a:sym typeface="Oswald"/>
              </a:rPr>
              <a:t>In </a:t>
            </a:r>
            <a:r>
              <a:rPr b="1" i="0" lang="en-US" sz="2200" u="none" cap="none" strike="noStrike">
                <a:solidFill>
                  <a:srgbClr val="5B0F00"/>
                </a:solidFill>
                <a:latin typeface="Oswald"/>
                <a:ea typeface="Oswald"/>
                <a:cs typeface="Oswald"/>
                <a:sym typeface="Oswald"/>
              </a:rPr>
              <a:t>shading, lighting, and special effects</a:t>
            </a:r>
            <a:r>
              <a:rPr b="0" i="0" lang="en-US" sz="2200" u="none" cap="none" strike="noStrike">
                <a:solidFill>
                  <a:srgbClr val="5B0F00"/>
                </a:solidFill>
                <a:latin typeface="Oswald"/>
                <a:ea typeface="Oswald"/>
                <a:cs typeface="Oswald"/>
                <a:sym typeface="Oswald"/>
              </a:rPr>
              <a:t>, HSV simplifies dynamic adjustments and smooth color transitions.</a:t>
            </a:r>
            <a:endParaRPr b="0" i="0" sz="3800" u="none" cap="none" strike="noStrike">
              <a:solidFill>
                <a:srgbClr val="5B0F00"/>
              </a:solidFill>
              <a:latin typeface="Oswald"/>
              <a:ea typeface="Oswald"/>
              <a:cs typeface="Oswald"/>
              <a:sym typeface="Oswald"/>
            </a:endParaRPr>
          </a:p>
          <a:p>
            <a:pPr indent="-266700" lvl="0" marL="457200" marR="0" rtl="0" algn="l">
              <a:lnSpc>
                <a:spcPct val="100000"/>
              </a:lnSpc>
              <a:spcBef>
                <a:spcPts val="360"/>
              </a:spcBef>
              <a:spcAft>
                <a:spcPts val="0"/>
              </a:spcAft>
              <a:buClr>
                <a:srgbClr val="5B0F00"/>
              </a:buClr>
              <a:buSzPts val="2000"/>
              <a:buFont typeface="Arial"/>
              <a:buAutoNum type="arabicPeriod"/>
            </a:pPr>
            <a:r>
              <a:rPr b="0" i="0" lang="en-US" sz="2200" u="none" cap="none" strike="noStrike">
                <a:solidFill>
                  <a:srgbClr val="5B0F00"/>
                </a:solidFill>
                <a:latin typeface="Oswald"/>
                <a:ea typeface="Oswald"/>
                <a:cs typeface="Oswald"/>
                <a:sym typeface="Oswald"/>
              </a:rPr>
              <a:t>It's critical for </a:t>
            </a:r>
            <a:r>
              <a:rPr b="1" i="0" lang="en-US" sz="2200" u="none" cap="none" strike="noStrike">
                <a:solidFill>
                  <a:srgbClr val="5B0F00"/>
                </a:solidFill>
                <a:latin typeface="Oswald"/>
                <a:ea typeface="Oswald"/>
                <a:cs typeface="Oswald"/>
                <a:sym typeface="Oswald"/>
              </a:rPr>
              <a:t>color grading</a:t>
            </a:r>
            <a:r>
              <a:rPr b="0" i="0" lang="en-US" sz="2200" u="none" cap="none" strike="noStrike">
                <a:solidFill>
                  <a:srgbClr val="5B0F00"/>
                </a:solidFill>
                <a:latin typeface="Oswald"/>
                <a:ea typeface="Oswald"/>
                <a:cs typeface="Oswald"/>
                <a:sym typeface="Oswald"/>
              </a:rPr>
              <a:t> in video editing and </a:t>
            </a:r>
            <a:r>
              <a:rPr b="1" i="0" lang="en-US" sz="2200" u="none" cap="none" strike="noStrike">
                <a:solidFill>
                  <a:srgbClr val="5B0F00"/>
                </a:solidFill>
                <a:latin typeface="Oswald"/>
                <a:ea typeface="Oswald"/>
                <a:cs typeface="Oswald"/>
                <a:sym typeface="Oswald"/>
              </a:rPr>
              <a:t>data visualization</a:t>
            </a:r>
            <a:r>
              <a:rPr b="0" i="0" lang="en-US" sz="2200" u="none" cap="none" strike="noStrike">
                <a:solidFill>
                  <a:srgbClr val="5B0F00"/>
                </a:solidFill>
                <a:latin typeface="Oswald"/>
                <a:ea typeface="Oswald"/>
                <a:cs typeface="Oswald"/>
                <a:sym typeface="Oswald"/>
              </a:rPr>
              <a:t>, mapping values to colors effectively. </a:t>
            </a:r>
            <a:endParaRPr b="0" i="0" sz="3800" u="none" cap="none" strike="noStrike">
              <a:solidFill>
                <a:srgbClr val="5B0F00"/>
              </a:solidFill>
              <a:latin typeface="Oswald"/>
              <a:ea typeface="Oswald"/>
              <a:cs typeface="Oswald"/>
              <a:sym typeface="Oswald"/>
            </a:endParaRPr>
          </a:p>
          <a:p>
            <a:pPr indent="-266700" lvl="0" marL="457200" marR="0" rtl="0" algn="l">
              <a:lnSpc>
                <a:spcPct val="100000"/>
              </a:lnSpc>
              <a:spcBef>
                <a:spcPts val="360"/>
              </a:spcBef>
              <a:spcAft>
                <a:spcPts val="0"/>
              </a:spcAft>
              <a:buClr>
                <a:srgbClr val="5B0F00"/>
              </a:buClr>
              <a:buSzPts val="2000"/>
              <a:buFont typeface="Arial"/>
              <a:buAutoNum type="arabicPeriod"/>
            </a:pPr>
            <a:r>
              <a:rPr b="0" i="0" lang="en-US" sz="2200" u="none" cap="none" strike="noStrike">
                <a:solidFill>
                  <a:srgbClr val="5B0F00"/>
                </a:solidFill>
                <a:latin typeface="Oswald"/>
                <a:ea typeface="Oswald"/>
                <a:cs typeface="Oswald"/>
                <a:sym typeface="Oswald"/>
              </a:rPr>
              <a:t>Additionally, HSV is essential in </a:t>
            </a:r>
            <a:r>
              <a:rPr b="1" i="0" lang="en-US" sz="2200" u="none" cap="none" strike="noStrike">
                <a:solidFill>
                  <a:srgbClr val="5B0F00"/>
                </a:solidFill>
                <a:latin typeface="Oswald"/>
                <a:ea typeface="Oswald"/>
                <a:cs typeface="Oswald"/>
                <a:sym typeface="Oswald"/>
              </a:rPr>
              <a:t>gaming, AR/VR, and AI applications</a:t>
            </a:r>
            <a:r>
              <a:rPr b="0" i="0" lang="en-US" sz="2200" u="none" cap="none" strike="noStrike">
                <a:solidFill>
                  <a:srgbClr val="5B0F00"/>
                </a:solidFill>
                <a:latin typeface="Oswald"/>
                <a:ea typeface="Oswald"/>
                <a:cs typeface="Oswald"/>
                <a:sym typeface="Oswald"/>
              </a:rPr>
              <a:t>, where it supports object highlighting, procedural content generation, and feature extraction.</a:t>
            </a:r>
            <a:endParaRPr b="0" i="0" sz="2400" u="none" cap="none" strike="noStrike">
              <a:solidFill>
                <a:srgbClr val="5B0F00"/>
              </a:solidFill>
              <a:latin typeface="Oswald"/>
              <a:ea typeface="Oswald"/>
              <a:cs typeface="Oswald"/>
              <a:sym typeface="Oswald"/>
            </a:endParaRPr>
          </a:p>
        </p:txBody>
      </p:sp>
      <p:sp>
        <p:nvSpPr>
          <p:cNvPr id="391" name="Google Shape;391;p42"/>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396" name="Shape 396"/>
        <p:cNvGrpSpPr/>
        <p:nvPr/>
      </p:nvGrpSpPr>
      <p:grpSpPr>
        <a:xfrm>
          <a:off x="0" y="0"/>
          <a:ext cx="0" cy="0"/>
          <a:chOff x="0" y="0"/>
          <a:chExt cx="0" cy="0"/>
        </a:xfrm>
      </p:grpSpPr>
      <p:pic>
        <p:nvPicPr>
          <p:cNvPr id="397" name="Google Shape;397;p43"/>
          <p:cNvPicPr preferRelativeResize="0"/>
          <p:nvPr/>
        </p:nvPicPr>
        <p:blipFill rotWithShape="1">
          <a:blip r:embed="rId3">
            <a:alphaModFix/>
          </a:blip>
          <a:srcRect b="0" l="0" r="0" t="0"/>
          <a:stretch/>
        </p:blipFill>
        <p:spPr>
          <a:xfrm>
            <a:off x="8292275" y="138338"/>
            <a:ext cx="500625" cy="480600"/>
          </a:xfrm>
          <a:prstGeom prst="rect">
            <a:avLst/>
          </a:prstGeom>
          <a:noFill/>
          <a:ln>
            <a:noFill/>
          </a:ln>
        </p:spPr>
      </p:pic>
      <p:cxnSp>
        <p:nvCxnSpPr>
          <p:cNvPr id="398" name="Google Shape;398;p43"/>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399" name="Google Shape;399;p43"/>
          <p:cNvSpPr txBox="1"/>
          <p:nvPr/>
        </p:nvSpPr>
        <p:spPr>
          <a:xfrm>
            <a:off x="2089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HLS Color Model </a:t>
            </a:r>
            <a:endParaRPr b="1" i="0" sz="3400" u="none" cap="none" strike="noStrike">
              <a:solidFill>
                <a:srgbClr val="5B0F00"/>
              </a:solidFill>
              <a:latin typeface="Oswald"/>
              <a:ea typeface="Oswald"/>
              <a:cs typeface="Oswald"/>
              <a:sym typeface="Oswald"/>
            </a:endParaRPr>
          </a:p>
        </p:txBody>
      </p:sp>
      <p:sp>
        <p:nvSpPr>
          <p:cNvPr id="400" name="Google Shape;400;p43"/>
          <p:cNvSpPr txBox="1"/>
          <p:nvPr/>
        </p:nvSpPr>
        <p:spPr>
          <a:xfrm>
            <a:off x="340475" y="760838"/>
            <a:ext cx="7951800" cy="3986700"/>
          </a:xfrm>
          <a:prstGeom prst="rect">
            <a:avLst/>
          </a:prstGeom>
          <a:noFill/>
          <a:ln>
            <a:noFill/>
          </a:ln>
        </p:spPr>
        <p:txBody>
          <a:bodyPr anchorCtr="0" anchor="t" bIns="91425" lIns="91425" spcFirstLastPara="1" rIns="91425" wrap="square" tIns="91425">
            <a:noAutofit/>
          </a:bodyPr>
          <a:lstStyle/>
          <a:p>
            <a:pPr indent="-361950" lvl="0" marL="457200" marR="0" rtl="0" algn="l">
              <a:lnSpc>
                <a:spcPct val="100000"/>
              </a:lnSpc>
              <a:spcBef>
                <a:spcPts val="360"/>
              </a:spcBef>
              <a:spcAft>
                <a:spcPts val="0"/>
              </a:spcAft>
              <a:buClr>
                <a:srgbClr val="5B0F00"/>
              </a:buClr>
              <a:buSzPts val="2100"/>
              <a:buFont typeface="Oswald"/>
              <a:buAutoNum type="arabicPeriod"/>
            </a:pPr>
            <a:r>
              <a:rPr b="0" i="0" lang="en-US" sz="2300" u="none" cap="none" strike="noStrike">
                <a:solidFill>
                  <a:srgbClr val="5B0F00"/>
                </a:solidFill>
                <a:latin typeface="Oswald"/>
                <a:ea typeface="Oswald"/>
                <a:cs typeface="Oswald"/>
                <a:sym typeface="Oswald"/>
              </a:rPr>
              <a:t>HLS (Hue, Lightness, Saturation) – A cylindrical color model.</a:t>
            </a:r>
            <a:endParaRPr b="0" i="0" sz="2300" u="none" cap="none" strike="noStrike">
              <a:solidFill>
                <a:srgbClr val="5B0F00"/>
              </a:solidFill>
              <a:latin typeface="Oswald"/>
              <a:ea typeface="Oswald"/>
              <a:cs typeface="Oswald"/>
              <a:sym typeface="Oswald"/>
            </a:endParaRPr>
          </a:p>
          <a:p>
            <a:pPr indent="0" lvl="0" marL="457200" marR="0" rtl="0" algn="l">
              <a:lnSpc>
                <a:spcPct val="100000"/>
              </a:lnSpc>
              <a:spcBef>
                <a:spcPts val="360"/>
              </a:spcBef>
              <a:spcAft>
                <a:spcPts val="0"/>
              </a:spcAft>
              <a:buNone/>
            </a:pPr>
            <a:r>
              <a:t/>
            </a:r>
            <a:endParaRPr sz="2300">
              <a:solidFill>
                <a:srgbClr val="5B0F00"/>
              </a:solidFill>
              <a:latin typeface="Oswald"/>
              <a:ea typeface="Oswald"/>
              <a:cs typeface="Oswald"/>
              <a:sym typeface="Oswald"/>
            </a:endParaRPr>
          </a:p>
          <a:p>
            <a:pPr indent="-361950" lvl="0" marL="457200" marR="0" rtl="0" algn="l">
              <a:lnSpc>
                <a:spcPct val="100000"/>
              </a:lnSpc>
              <a:spcBef>
                <a:spcPts val="360"/>
              </a:spcBef>
              <a:spcAft>
                <a:spcPts val="0"/>
              </a:spcAft>
              <a:buClr>
                <a:srgbClr val="5B0F00"/>
              </a:buClr>
              <a:buSzPts val="2100"/>
              <a:buFont typeface="Oswald"/>
              <a:buAutoNum type="arabicPeriod"/>
            </a:pPr>
            <a:r>
              <a:rPr lang="en-US" sz="2300">
                <a:solidFill>
                  <a:srgbClr val="5B0F00"/>
                </a:solidFill>
                <a:latin typeface="Oswald"/>
                <a:ea typeface="Oswald"/>
                <a:cs typeface="Oswald"/>
                <a:sym typeface="Oswald"/>
              </a:rPr>
              <a:t>a. </a:t>
            </a:r>
            <a:r>
              <a:rPr b="0" i="0" lang="en-US" sz="2300" u="none" cap="none" strike="noStrike">
                <a:solidFill>
                  <a:srgbClr val="5B0F00"/>
                </a:solidFill>
                <a:latin typeface="Oswald"/>
                <a:ea typeface="Oswald"/>
                <a:cs typeface="Oswald"/>
                <a:sym typeface="Oswald"/>
              </a:rPr>
              <a:t>Hue: Angle on the color wheel (e.g., 0° = red, 120° = green, 240° = blue). </a:t>
            </a:r>
            <a:br>
              <a:rPr b="0" i="0" lang="en-US" sz="2300" u="none" cap="none" strike="noStrike">
                <a:solidFill>
                  <a:srgbClr val="5B0F00"/>
                </a:solidFill>
                <a:latin typeface="Oswald"/>
                <a:ea typeface="Oswald"/>
                <a:cs typeface="Oswald"/>
                <a:sym typeface="Oswald"/>
              </a:rPr>
            </a:br>
            <a:r>
              <a:rPr b="0" i="0" lang="en-US" sz="2300" u="none" cap="none" strike="noStrike">
                <a:solidFill>
                  <a:srgbClr val="5B0F00"/>
                </a:solidFill>
                <a:latin typeface="Oswald"/>
                <a:ea typeface="Oswald"/>
                <a:cs typeface="Oswald"/>
                <a:sym typeface="Oswald"/>
              </a:rPr>
              <a:t>b. Lightness: 0=black,1=white,0.5=pure color. </a:t>
            </a:r>
            <a:br>
              <a:rPr b="0" i="0" lang="en-US" sz="2300" u="none" cap="none" strike="noStrike">
                <a:solidFill>
                  <a:srgbClr val="5B0F00"/>
                </a:solidFill>
                <a:latin typeface="Oswald"/>
                <a:ea typeface="Oswald"/>
                <a:cs typeface="Oswald"/>
                <a:sym typeface="Oswald"/>
              </a:rPr>
            </a:br>
            <a:r>
              <a:rPr b="0" i="0" lang="en-US" sz="2300" u="none" cap="none" strike="noStrike">
                <a:solidFill>
                  <a:srgbClr val="5B0F00"/>
                </a:solidFill>
                <a:latin typeface="Oswald"/>
                <a:ea typeface="Oswald"/>
                <a:cs typeface="Oswald"/>
                <a:sym typeface="Oswald"/>
              </a:rPr>
              <a:t>c. Saturation: 0=gray,1=fully vivid color</a:t>
            </a:r>
            <a:endParaRPr b="0" i="0" sz="2300" u="none" cap="none" strike="noStrike">
              <a:solidFill>
                <a:srgbClr val="5B0F00"/>
              </a:solidFill>
              <a:latin typeface="Oswald"/>
              <a:ea typeface="Oswald"/>
              <a:cs typeface="Oswald"/>
              <a:sym typeface="Oswald"/>
            </a:endParaRPr>
          </a:p>
          <a:p>
            <a:pPr indent="0" lvl="0" marL="457200" marR="0" rtl="0" algn="l">
              <a:lnSpc>
                <a:spcPct val="100000"/>
              </a:lnSpc>
              <a:spcBef>
                <a:spcPts val="360"/>
              </a:spcBef>
              <a:spcAft>
                <a:spcPts val="0"/>
              </a:spcAft>
              <a:buNone/>
            </a:pPr>
            <a:r>
              <a:t/>
            </a:r>
            <a:endParaRPr sz="2300">
              <a:solidFill>
                <a:srgbClr val="5B0F00"/>
              </a:solidFill>
              <a:latin typeface="Oswald"/>
              <a:ea typeface="Oswald"/>
              <a:cs typeface="Oswald"/>
              <a:sym typeface="Oswald"/>
            </a:endParaRPr>
          </a:p>
          <a:p>
            <a:pPr indent="-361950" lvl="0" marL="457200" marR="0" rtl="0" algn="l">
              <a:lnSpc>
                <a:spcPct val="100000"/>
              </a:lnSpc>
              <a:spcBef>
                <a:spcPts val="360"/>
              </a:spcBef>
              <a:spcAft>
                <a:spcPts val="0"/>
              </a:spcAft>
              <a:buClr>
                <a:srgbClr val="5B0F00"/>
              </a:buClr>
              <a:buSzPts val="2100"/>
              <a:buFont typeface="Oswald"/>
              <a:buAutoNum type="arabicPeriod"/>
            </a:pPr>
            <a:r>
              <a:rPr b="1" i="0" lang="en-US" sz="2300" u="none" cap="none" strike="noStrike">
                <a:solidFill>
                  <a:srgbClr val="5B0F00"/>
                </a:solidFill>
                <a:latin typeface="Oswald"/>
                <a:ea typeface="Oswald"/>
                <a:cs typeface="Oswald"/>
                <a:sym typeface="Oswald"/>
              </a:rPr>
              <a:t>Application: Image editing, color pickers, and design tools. Useful for adjusting brightness without altering color hue.</a:t>
            </a:r>
            <a:endParaRPr b="1" i="0" sz="2900" u="none" cap="none" strike="noStrike">
              <a:solidFill>
                <a:srgbClr val="5B0F00"/>
              </a:solidFill>
              <a:latin typeface="Oswald"/>
              <a:ea typeface="Oswald"/>
              <a:cs typeface="Oswald"/>
              <a:sym typeface="Oswald"/>
            </a:endParaRPr>
          </a:p>
        </p:txBody>
      </p:sp>
      <p:sp>
        <p:nvSpPr>
          <p:cNvPr id="401" name="Google Shape;401;p43"/>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406" name="Shape 406"/>
        <p:cNvGrpSpPr/>
        <p:nvPr/>
      </p:nvGrpSpPr>
      <p:grpSpPr>
        <a:xfrm>
          <a:off x="0" y="0"/>
          <a:ext cx="0" cy="0"/>
          <a:chOff x="0" y="0"/>
          <a:chExt cx="0" cy="0"/>
        </a:xfrm>
      </p:grpSpPr>
      <p:pic>
        <p:nvPicPr>
          <p:cNvPr id="407" name="Google Shape;407;p44"/>
          <p:cNvPicPr preferRelativeResize="0"/>
          <p:nvPr/>
        </p:nvPicPr>
        <p:blipFill rotWithShape="1">
          <a:blip r:embed="rId3">
            <a:alphaModFix/>
          </a:blip>
          <a:srcRect b="0" l="0" r="0" t="0"/>
          <a:stretch/>
        </p:blipFill>
        <p:spPr>
          <a:xfrm>
            <a:off x="8292275" y="138338"/>
            <a:ext cx="500625" cy="480600"/>
          </a:xfrm>
          <a:prstGeom prst="rect">
            <a:avLst/>
          </a:prstGeom>
          <a:noFill/>
          <a:ln>
            <a:noFill/>
          </a:ln>
        </p:spPr>
      </p:pic>
      <p:cxnSp>
        <p:nvCxnSpPr>
          <p:cNvPr id="408" name="Google Shape;408;p44"/>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409" name="Google Shape;409;p44"/>
          <p:cNvSpPr txBox="1"/>
          <p:nvPr/>
        </p:nvSpPr>
        <p:spPr>
          <a:xfrm>
            <a:off x="2089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HLS Color Model </a:t>
            </a:r>
            <a:endParaRPr b="1" i="0" sz="3400" u="none" cap="none" strike="noStrike">
              <a:solidFill>
                <a:srgbClr val="5B0F00"/>
              </a:solidFill>
              <a:latin typeface="Oswald"/>
              <a:ea typeface="Oswald"/>
              <a:cs typeface="Oswald"/>
              <a:sym typeface="Oswald"/>
            </a:endParaRPr>
          </a:p>
        </p:txBody>
      </p:sp>
      <p:pic>
        <p:nvPicPr>
          <p:cNvPr id="410" name="Google Shape;410;p44"/>
          <p:cNvPicPr preferRelativeResize="0"/>
          <p:nvPr/>
        </p:nvPicPr>
        <p:blipFill rotWithShape="1">
          <a:blip r:embed="rId4">
            <a:alphaModFix/>
          </a:blip>
          <a:srcRect b="0" l="0" r="0" t="0"/>
          <a:stretch/>
        </p:blipFill>
        <p:spPr>
          <a:xfrm>
            <a:off x="1101300" y="1231349"/>
            <a:ext cx="2600700" cy="3550950"/>
          </a:xfrm>
          <a:prstGeom prst="rect">
            <a:avLst/>
          </a:prstGeom>
          <a:noFill/>
          <a:ln>
            <a:noFill/>
          </a:ln>
        </p:spPr>
      </p:pic>
      <p:pic>
        <p:nvPicPr>
          <p:cNvPr id="411" name="Google Shape;411;p44"/>
          <p:cNvPicPr preferRelativeResize="0"/>
          <p:nvPr/>
        </p:nvPicPr>
        <p:blipFill rotWithShape="1">
          <a:blip r:embed="rId5">
            <a:alphaModFix/>
          </a:blip>
          <a:srcRect b="0" l="0" r="0" t="0"/>
          <a:stretch/>
        </p:blipFill>
        <p:spPr>
          <a:xfrm>
            <a:off x="4502355" y="1231349"/>
            <a:ext cx="2952445" cy="3307750"/>
          </a:xfrm>
          <a:prstGeom prst="rect">
            <a:avLst/>
          </a:prstGeom>
          <a:noFill/>
          <a:ln>
            <a:noFill/>
          </a:ln>
        </p:spPr>
      </p:pic>
      <p:sp>
        <p:nvSpPr>
          <p:cNvPr id="412" name="Google Shape;412;p44"/>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417" name="Shape 417"/>
        <p:cNvGrpSpPr/>
        <p:nvPr/>
      </p:nvGrpSpPr>
      <p:grpSpPr>
        <a:xfrm>
          <a:off x="0" y="0"/>
          <a:ext cx="0" cy="0"/>
          <a:chOff x="0" y="0"/>
          <a:chExt cx="0" cy="0"/>
        </a:xfrm>
      </p:grpSpPr>
      <p:pic>
        <p:nvPicPr>
          <p:cNvPr id="418" name="Google Shape;418;p45"/>
          <p:cNvPicPr preferRelativeResize="0"/>
          <p:nvPr/>
        </p:nvPicPr>
        <p:blipFill rotWithShape="1">
          <a:blip r:embed="rId3">
            <a:alphaModFix/>
          </a:blip>
          <a:srcRect b="0" l="0" r="0" t="0"/>
          <a:stretch/>
        </p:blipFill>
        <p:spPr>
          <a:xfrm>
            <a:off x="8292275" y="138338"/>
            <a:ext cx="500625" cy="480600"/>
          </a:xfrm>
          <a:prstGeom prst="rect">
            <a:avLst/>
          </a:prstGeom>
          <a:noFill/>
          <a:ln>
            <a:noFill/>
          </a:ln>
        </p:spPr>
      </p:pic>
      <p:cxnSp>
        <p:nvCxnSpPr>
          <p:cNvPr id="419" name="Google Shape;419;p45"/>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420" name="Google Shape;420;p45"/>
          <p:cNvSpPr txBox="1"/>
          <p:nvPr/>
        </p:nvSpPr>
        <p:spPr>
          <a:xfrm>
            <a:off x="2089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HSV - HLS Comparison</a:t>
            </a:r>
            <a:endParaRPr b="1" i="0" sz="3400" u="none" cap="none" strike="noStrike">
              <a:solidFill>
                <a:srgbClr val="5B0F00"/>
              </a:solidFill>
              <a:latin typeface="Oswald"/>
              <a:ea typeface="Oswald"/>
              <a:cs typeface="Oswald"/>
              <a:sym typeface="Oswald"/>
            </a:endParaRPr>
          </a:p>
        </p:txBody>
      </p:sp>
      <p:pic>
        <p:nvPicPr>
          <p:cNvPr id="421" name="Google Shape;421;p45"/>
          <p:cNvPicPr preferRelativeResize="0"/>
          <p:nvPr/>
        </p:nvPicPr>
        <p:blipFill rotWithShape="1">
          <a:blip r:embed="rId4">
            <a:alphaModFix/>
          </a:blip>
          <a:srcRect b="0" l="18086" r="0" t="0"/>
          <a:stretch/>
        </p:blipFill>
        <p:spPr>
          <a:xfrm>
            <a:off x="704750" y="682700"/>
            <a:ext cx="7828700" cy="3856601"/>
          </a:xfrm>
          <a:prstGeom prst="rect">
            <a:avLst/>
          </a:prstGeom>
          <a:noFill/>
          <a:ln>
            <a:noFill/>
          </a:ln>
        </p:spPr>
      </p:pic>
      <p:sp>
        <p:nvSpPr>
          <p:cNvPr id="422" name="Google Shape;422;p45"/>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427" name="Shape 427"/>
        <p:cNvGrpSpPr/>
        <p:nvPr/>
      </p:nvGrpSpPr>
      <p:grpSpPr>
        <a:xfrm>
          <a:off x="0" y="0"/>
          <a:ext cx="0" cy="0"/>
          <a:chOff x="0" y="0"/>
          <a:chExt cx="0" cy="0"/>
        </a:xfrm>
      </p:grpSpPr>
      <p:pic>
        <p:nvPicPr>
          <p:cNvPr id="428" name="Google Shape;428;p46"/>
          <p:cNvPicPr preferRelativeResize="0"/>
          <p:nvPr/>
        </p:nvPicPr>
        <p:blipFill rotWithShape="1">
          <a:blip r:embed="rId3">
            <a:alphaModFix/>
          </a:blip>
          <a:srcRect b="0" l="0" r="0" t="0"/>
          <a:stretch/>
        </p:blipFill>
        <p:spPr>
          <a:xfrm>
            <a:off x="8292275" y="138338"/>
            <a:ext cx="500625" cy="480600"/>
          </a:xfrm>
          <a:prstGeom prst="rect">
            <a:avLst/>
          </a:prstGeom>
          <a:noFill/>
          <a:ln>
            <a:noFill/>
          </a:ln>
        </p:spPr>
      </p:pic>
      <p:cxnSp>
        <p:nvCxnSpPr>
          <p:cNvPr id="429" name="Google Shape;429;p46"/>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430" name="Google Shape;430;p46"/>
          <p:cNvSpPr txBox="1"/>
          <p:nvPr/>
        </p:nvSpPr>
        <p:spPr>
          <a:xfrm>
            <a:off x="2089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RGB to HLS Conversion</a:t>
            </a:r>
            <a:endParaRPr b="1" i="0" sz="3400" u="none" cap="none" strike="noStrike">
              <a:solidFill>
                <a:srgbClr val="5B0F00"/>
              </a:solidFill>
              <a:latin typeface="Oswald"/>
              <a:ea typeface="Oswald"/>
              <a:cs typeface="Oswald"/>
              <a:sym typeface="Oswald"/>
            </a:endParaRPr>
          </a:p>
        </p:txBody>
      </p:sp>
      <p:sp>
        <p:nvSpPr>
          <p:cNvPr id="431" name="Google Shape;431;p46"/>
          <p:cNvSpPr txBox="1"/>
          <p:nvPr/>
        </p:nvSpPr>
        <p:spPr>
          <a:xfrm>
            <a:off x="167225" y="771338"/>
            <a:ext cx="8233800" cy="4282500"/>
          </a:xfrm>
          <a:prstGeom prst="rect">
            <a:avLst/>
          </a:prstGeom>
          <a:noFill/>
          <a:ln>
            <a:noFill/>
          </a:ln>
        </p:spPr>
        <p:txBody>
          <a:bodyPr anchorCtr="0" anchor="t" bIns="91425" lIns="91425" spcFirstLastPara="1" rIns="91425" wrap="square" tIns="91425">
            <a:noAutofit/>
          </a:bodyPr>
          <a:lstStyle/>
          <a:p>
            <a:pPr indent="-381000" lvl="0" marL="685800" marR="0" rtl="0" algn="l">
              <a:lnSpc>
                <a:spcPct val="100000"/>
              </a:lnSpc>
              <a:spcBef>
                <a:spcPts val="0"/>
              </a:spcBef>
              <a:spcAft>
                <a:spcPts val="0"/>
              </a:spcAft>
              <a:buClr>
                <a:srgbClr val="5B0F00"/>
              </a:buClr>
              <a:buSzPts val="1800"/>
              <a:buFont typeface="Oswald"/>
              <a:buAutoNum type="arabicPeriod"/>
            </a:pPr>
            <a:r>
              <a:rPr b="0" i="0" lang="en-US" sz="1800" u="none" cap="none" strike="noStrike">
                <a:solidFill>
                  <a:srgbClr val="5B0F00"/>
                </a:solidFill>
                <a:latin typeface="Oswald"/>
                <a:ea typeface="Oswald"/>
                <a:cs typeface="Oswald"/>
                <a:sym typeface="Oswald"/>
              </a:rPr>
              <a:t>Normalise</a:t>
            </a:r>
            <a:endParaRPr sz="1800">
              <a:solidFill>
                <a:srgbClr val="5B0F00"/>
              </a:solidFill>
              <a:latin typeface="Oswald"/>
              <a:ea typeface="Oswald"/>
              <a:cs typeface="Oswald"/>
              <a:sym typeface="Oswald"/>
            </a:endParaRPr>
          </a:p>
          <a:p>
            <a:pPr indent="-381000" lvl="0" marL="685800" marR="0" rtl="0" algn="l">
              <a:lnSpc>
                <a:spcPct val="100000"/>
              </a:lnSpc>
              <a:spcBef>
                <a:spcPts val="0"/>
              </a:spcBef>
              <a:spcAft>
                <a:spcPts val="0"/>
              </a:spcAft>
              <a:buClr>
                <a:srgbClr val="5B0F00"/>
              </a:buClr>
              <a:buSzPts val="1800"/>
              <a:buFont typeface="Oswald"/>
              <a:buAutoNum type="arabicPeriod"/>
            </a:pPr>
            <a:r>
              <a:rPr b="0" i="0" lang="en-US" sz="1800" u="none" cap="none" strike="noStrike">
                <a:solidFill>
                  <a:srgbClr val="5B0F00"/>
                </a:solidFill>
                <a:latin typeface="Oswald"/>
                <a:ea typeface="Oswald"/>
                <a:cs typeface="Oswald"/>
                <a:sym typeface="Oswald"/>
              </a:rPr>
              <a:t>Compute cmax, cmin, difference</a:t>
            </a:r>
            <a:endParaRPr b="0" i="0" sz="1800" u="none" cap="none" strike="noStrike">
              <a:solidFill>
                <a:srgbClr val="5B0F00"/>
              </a:solidFill>
              <a:latin typeface="Oswald"/>
              <a:ea typeface="Oswald"/>
              <a:cs typeface="Oswald"/>
              <a:sym typeface="Oswald"/>
            </a:endParaRPr>
          </a:p>
          <a:p>
            <a:pPr indent="-381000" lvl="0" marL="685800" marR="0" rtl="0" algn="l">
              <a:lnSpc>
                <a:spcPct val="100000"/>
              </a:lnSpc>
              <a:spcBef>
                <a:spcPts val="0"/>
              </a:spcBef>
              <a:spcAft>
                <a:spcPts val="0"/>
              </a:spcAft>
              <a:buClr>
                <a:srgbClr val="5B0F00"/>
              </a:buClr>
              <a:buSzPts val="1800"/>
              <a:buFont typeface="Oswald"/>
              <a:buAutoNum type="arabicPeriod"/>
            </a:pPr>
            <a:r>
              <a:rPr b="0" i="0" lang="en-US" sz="1800" u="none" cap="none" strike="noStrike">
                <a:solidFill>
                  <a:srgbClr val="5B0F00"/>
                </a:solidFill>
                <a:latin typeface="Oswald"/>
                <a:ea typeface="Oswald"/>
                <a:cs typeface="Oswald"/>
                <a:sym typeface="Oswald"/>
              </a:rPr>
              <a:t>L = (cmax + cmin) / 2</a:t>
            </a:r>
            <a:endParaRPr b="0" i="0" sz="1800" u="none" cap="none" strike="noStrike">
              <a:solidFill>
                <a:srgbClr val="5B0F00"/>
              </a:solidFill>
              <a:latin typeface="Oswald"/>
              <a:ea typeface="Oswald"/>
              <a:cs typeface="Oswald"/>
              <a:sym typeface="Oswald"/>
            </a:endParaRPr>
          </a:p>
          <a:p>
            <a:pPr indent="-381000" lvl="0" marL="685800" marR="0" rtl="0" algn="l">
              <a:lnSpc>
                <a:spcPct val="100000"/>
              </a:lnSpc>
              <a:spcBef>
                <a:spcPts val="0"/>
              </a:spcBef>
              <a:spcAft>
                <a:spcPts val="0"/>
              </a:spcAft>
              <a:buClr>
                <a:srgbClr val="5B0F00"/>
              </a:buClr>
              <a:buSzPts val="1800"/>
              <a:buFont typeface="Oswald"/>
              <a:buAutoNum type="arabicPeriod"/>
            </a:pPr>
            <a:r>
              <a:rPr b="0" i="0" lang="en-US" sz="1800" u="none" cap="none" strike="noStrike">
                <a:solidFill>
                  <a:srgbClr val="5B0F00"/>
                </a:solidFill>
                <a:latin typeface="Oswald"/>
                <a:ea typeface="Oswald"/>
                <a:cs typeface="Oswald"/>
                <a:sym typeface="Oswald"/>
              </a:rPr>
              <a:t>Hue calculation : </a:t>
            </a:r>
            <a:endParaRPr b="0" i="0" sz="3600" u="none" cap="none" strike="noStrike">
              <a:solidFill>
                <a:srgbClr val="5B0F00"/>
              </a:solidFill>
              <a:latin typeface="Oswald"/>
              <a:ea typeface="Oswald"/>
              <a:cs typeface="Oswald"/>
              <a:sym typeface="Oswald"/>
            </a:endParaRPr>
          </a:p>
          <a:p>
            <a:pPr indent="-381000" lvl="1" marL="1371600" marR="0" rtl="0" algn="l">
              <a:lnSpc>
                <a:spcPct val="100000"/>
              </a:lnSpc>
              <a:spcBef>
                <a:spcPts val="0"/>
              </a:spcBef>
              <a:spcAft>
                <a:spcPts val="0"/>
              </a:spcAft>
              <a:buClr>
                <a:srgbClr val="5B0F00"/>
              </a:buClr>
              <a:buSzPts val="1800"/>
              <a:buFont typeface="Oswald"/>
              <a:buChar char="o"/>
            </a:pPr>
            <a:r>
              <a:rPr b="0" i="0" lang="en-US" sz="1800" u="none" cap="none" strike="noStrike">
                <a:solidFill>
                  <a:srgbClr val="5B0F00"/>
                </a:solidFill>
                <a:latin typeface="Oswald"/>
                <a:ea typeface="Oswald"/>
                <a:cs typeface="Oswald"/>
                <a:sym typeface="Oswald"/>
              </a:rPr>
              <a:t>if diff = 0, then h = 0</a:t>
            </a:r>
            <a:endParaRPr b="0" i="0" sz="3200" u="none" cap="none" strike="noStrike">
              <a:solidFill>
                <a:srgbClr val="5B0F00"/>
              </a:solidFill>
              <a:latin typeface="Oswald"/>
              <a:ea typeface="Oswald"/>
              <a:cs typeface="Oswald"/>
              <a:sym typeface="Oswald"/>
            </a:endParaRPr>
          </a:p>
          <a:p>
            <a:pPr indent="-381000" lvl="1" marL="1371600" marR="0" rtl="0" algn="l">
              <a:lnSpc>
                <a:spcPct val="100000"/>
              </a:lnSpc>
              <a:spcBef>
                <a:spcPts val="0"/>
              </a:spcBef>
              <a:spcAft>
                <a:spcPts val="0"/>
              </a:spcAft>
              <a:buClr>
                <a:srgbClr val="5B0F00"/>
              </a:buClr>
              <a:buSzPts val="1800"/>
              <a:buFont typeface="Oswald"/>
              <a:buChar char="o"/>
            </a:pPr>
            <a:r>
              <a:rPr b="0" i="0" lang="en-US" sz="1800" u="none" cap="none" strike="noStrike">
                <a:solidFill>
                  <a:srgbClr val="5B0F00"/>
                </a:solidFill>
                <a:latin typeface="Oswald"/>
                <a:ea typeface="Oswald"/>
                <a:cs typeface="Oswald"/>
                <a:sym typeface="Oswald"/>
              </a:rPr>
              <a:t>if cmax equal r then compute H = </a:t>
            </a:r>
            <a:r>
              <a:rPr b="1" i="0" lang="en-US" sz="1800" u="none" cap="none" strike="noStrike">
                <a:solidFill>
                  <a:srgbClr val="5B0F00"/>
                </a:solidFill>
                <a:latin typeface="Oswald"/>
                <a:ea typeface="Oswald"/>
                <a:cs typeface="Oswald"/>
                <a:sym typeface="Oswald"/>
              </a:rPr>
              <a:t>(g – b) / diff</a:t>
            </a:r>
            <a:endParaRPr b="1" i="0" sz="3200" u="none" cap="none" strike="noStrike">
              <a:solidFill>
                <a:srgbClr val="5B0F00"/>
              </a:solidFill>
              <a:latin typeface="Oswald"/>
              <a:ea typeface="Oswald"/>
              <a:cs typeface="Oswald"/>
              <a:sym typeface="Oswald"/>
            </a:endParaRPr>
          </a:p>
          <a:p>
            <a:pPr indent="-381000" lvl="1" marL="1371600" marR="0" rtl="0" algn="l">
              <a:lnSpc>
                <a:spcPct val="100000"/>
              </a:lnSpc>
              <a:spcBef>
                <a:spcPts val="0"/>
              </a:spcBef>
              <a:spcAft>
                <a:spcPts val="0"/>
              </a:spcAft>
              <a:buClr>
                <a:srgbClr val="5B0F00"/>
              </a:buClr>
              <a:buSzPts val="1800"/>
              <a:buFont typeface="Oswald"/>
              <a:buChar char="o"/>
            </a:pPr>
            <a:r>
              <a:rPr b="0" i="0" lang="en-US" sz="1800" u="none" cap="none" strike="noStrike">
                <a:solidFill>
                  <a:srgbClr val="5B0F00"/>
                </a:solidFill>
                <a:latin typeface="Oswald"/>
                <a:ea typeface="Oswald"/>
                <a:cs typeface="Oswald"/>
                <a:sym typeface="Oswald"/>
              </a:rPr>
              <a:t>if cmax equal g then compute H = </a:t>
            </a:r>
            <a:r>
              <a:rPr b="1" i="0" lang="en-US" sz="1800" u="none" cap="none" strike="noStrike">
                <a:solidFill>
                  <a:srgbClr val="5B0F00"/>
                </a:solidFill>
                <a:latin typeface="Oswald"/>
                <a:ea typeface="Oswald"/>
                <a:cs typeface="Oswald"/>
                <a:sym typeface="Oswald"/>
              </a:rPr>
              <a:t>2 + (b – r) / diff</a:t>
            </a:r>
            <a:endParaRPr b="1" i="0" sz="3200" u="none" cap="none" strike="noStrike">
              <a:solidFill>
                <a:srgbClr val="5B0F00"/>
              </a:solidFill>
              <a:latin typeface="Oswald"/>
              <a:ea typeface="Oswald"/>
              <a:cs typeface="Oswald"/>
              <a:sym typeface="Oswald"/>
            </a:endParaRPr>
          </a:p>
          <a:p>
            <a:pPr indent="-381000" lvl="1" marL="1371600" marR="0" rtl="0" algn="l">
              <a:lnSpc>
                <a:spcPct val="100000"/>
              </a:lnSpc>
              <a:spcBef>
                <a:spcPts val="0"/>
              </a:spcBef>
              <a:spcAft>
                <a:spcPts val="0"/>
              </a:spcAft>
              <a:buClr>
                <a:srgbClr val="5B0F00"/>
              </a:buClr>
              <a:buSzPts val="1800"/>
              <a:buFont typeface="Oswald"/>
              <a:buChar char="o"/>
            </a:pPr>
            <a:r>
              <a:rPr b="0" i="0" lang="en-US" sz="1800" u="none" cap="none" strike="noStrike">
                <a:solidFill>
                  <a:srgbClr val="5B0F00"/>
                </a:solidFill>
                <a:latin typeface="Oswald"/>
                <a:ea typeface="Oswald"/>
                <a:cs typeface="Oswald"/>
                <a:sym typeface="Oswald"/>
              </a:rPr>
              <a:t>if cmax equal b then compute H = </a:t>
            </a:r>
            <a:r>
              <a:rPr b="1" i="0" lang="en-US" sz="1800" u="none" cap="none" strike="noStrike">
                <a:solidFill>
                  <a:srgbClr val="5B0F00"/>
                </a:solidFill>
                <a:latin typeface="Oswald"/>
                <a:ea typeface="Oswald"/>
                <a:cs typeface="Oswald"/>
                <a:sym typeface="Oswald"/>
              </a:rPr>
              <a:t>4 + (r – g) / diff</a:t>
            </a:r>
            <a:endParaRPr b="1" i="0" sz="3200" u="none" cap="none" strike="noStrike">
              <a:solidFill>
                <a:srgbClr val="5B0F00"/>
              </a:solidFill>
              <a:latin typeface="Oswald"/>
              <a:ea typeface="Oswald"/>
              <a:cs typeface="Oswald"/>
              <a:sym typeface="Oswald"/>
            </a:endParaRPr>
          </a:p>
          <a:p>
            <a:pPr indent="-381000" lvl="1" marL="1371600" marR="0" rtl="0" algn="l">
              <a:lnSpc>
                <a:spcPct val="100000"/>
              </a:lnSpc>
              <a:spcBef>
                <a:spcPts val="0"/>
              </a:spcBef>
              <a:spcAft>
                <a:spcPts val="0"/>
              </a:spcAft>
              <a:buClr>
                <a:srgbClr val="5B0F00"/>
              </a:buClr>
              <a:buSzPts val="1800"/>
              <a:buFont typeface="Oswald"/>
              <a:buAutoNum type="arabicPeriod"/>
            </a:pPr>
            <a:r>
              <a:rPr b="1" i="0" lang="en-US" sz="1800" u="none" cap="none" strike="noStrike">
                <a:solidFill>
                  <a:srgbClr val="5B0F00"/>
                </a:solidFill>
                <a:latin typeface="Oswald"/>
                <a:ea typeface="Oswald"/>
                <a:cs typeface="Oswald"/>
                <a:sym typeface="Oswald"/>
              </a:rPr>
              <a:t>H = H * 60</a:t>
            </a:r>
            <a:endParaRPr b="1" i="0" sz="3200" u="none" cap="none" strike="noStrike">
              <a:solidFill>
                <a:srgbClr val="5B0F00"/>
              </a:solidFill>
              <a:latin typeface="Oswald"/>
              <a:ea typeface="Oswald"/>
              <a:cs typeface="Oswald"/>
              <a:sym typeface="Oswald"/>
            </a:endParaRPr>
          </a:p>
          <a:p>
            <a:pPr indent="-381000" lvl="1" marL="1371600" marR="0" rtl="0" algn="l">
              <a:lnSpc>
                <a:spcPct val="100000"/>
              </a:lnSpc>
              <a:spcBef>
                <a:spcPts val="0"/>
              </a:spcBef>
              <a:spcAft>
                <a:spcPts val="0"/>
              </a:spcAft>
              <a:buClr>
                <a:srgbClr val="5B0F00"/>
              </a:buClr>
              <a:buSzPts val="1800"/>
              <a:buFont typeface="Oswald"/>
              <a:buAutoNum type="arabicPeriod"/>
            </a:pPr>
            <a:r>
              <a:rPr b="1" i="0" lang="en-US" sz="1800" u="none" cap="none" strike="noStrike">
                <a:solidFill>
                  <a:srgbClr val="5B0F00"/>
                </a:solidFill>
                <a:latin typeface="Oswald"/>
                <a:ea typeface="Oswald"/>
                <a:cs typeface="Oswald"/>
                <a:sym typeface="Oswald"/>
              </a:rPr>
              <a:t>if H &lt; 0 → H = H + 360</a:t>
            </a:r>
            <a:endParaRPr b="1" i="0" sz="3200" u="none" cap="none" strike="noStrike">
              <a:solidFill>
                <a:srgbClr val="5B0F00"/>
              </a:solidFill>
              <a:latin typeface="Oswald"/>
              <a:ea typeface="Oswald"/>
              <a:cs typeface="Oswald"/>
              <a:sym typeface="Oswald"/>
            </a:endParaRPr>
          </a:p>
          <a:p>
            <a:pPr indent="-381000" lvl="0" marL="685800" marR="0" rtl="0" algn="l">
              <a:lnSpc>
                <a:spcPct val="100000"/>
              </a:lnSpc>
              <a:spcBef>
                <a:spcPts val="0"/>
              </a:spcBef>
              <a:spcAft>
                <a:spcPts val="0"/>
              </a:spcAft>
              <a:buClr>
                <a:srgbClr val="5B0F00"/>
              </a:buClr>
              <a:buSzPts val="1800"/>
              <a:buFont typeface="Oswald"/>
              <a:buAutoNum type="arabicPeriod" startAt="4"/>
            </a:pPr>
            <a:r>
              <a:rPr b="0" i="0" lang="en-US" sz="1800" u="none" cap="none" strike="noStrike">
                <a:solidFill>
                  <a:srgbClr val="5B0F00"/>
                </a:solidFill>
                <a:latin typeface="Oswald"/>
                <a:ea typeface="Oswald"/>
                <a:cs typeface="Oswald"/>
                <a:sym typeface="Oswald"/>
              </a:rPr>
              <a:t>Saturation computation :</a:t>
            </a:r>
            <a:endParaRPr b="0" i="0" sz="3600" u="none" cap="none" strike="noStrike">
              <a:solidFill>
                <a:srgbClr val="5B0F00"/>
              </a:solidFill>
              <a:latin typeface="Oswald"/>
              <a:ea typeface="Oswald"/>
              <a:cs typeface="Oswald"/>
              <a:sym typeface="Oswald"/>
            </a:endParaRPr>
          </a:p>
          <a:p>
            <a:pPr indent="-381000" lvl="1" marL="1371600" marR="0" rtl="0" algn="l">
              <a:lnSpc>
                <a:spcPct val="100000"/>
              </a:lnSpc>
              <a:spcBef>
                <a:spcPts val="0"/>
              </a:spcBef>
              <a:spcAft>
                <a:spcPts val="0"/>
              </a:spcAft>
              <a:buClr>
                <a:srgbClr val="5B0F00"/>
              </a:buClr>
              <a:buSzPts val="2400"/>
              <a:buFont typeface="Oswald"/>
              <a:buChar char="○"/>
            </a:pPr>
            <a:r>
              <a:rPr b="0" i="0" lang="en-US" sz="1800" u="none" cap="none" strike="noStrike">
                <a:solidFill>
                  <a:srgbClr val="5B0F00"/>
                </a:solidFill>
                <a:latin typeface="Oswald"/>
                <a:ea typeface="Oswald"/>
                <a:cs typeface="Oswald"/>
                <a:sym typeface="Oswald"/>
              </a:rPr>
              <a:t>if diff = 0, then S = 0</a:t>
            </a:r>
            <a:endParaRPr b="0" i="0" sz="3200" u="none" cap="none" strike="noStrike">
              <a:solidFill>
                <a:srgbClr val="5B0F00"/>
              </a:solidFill>
              <a:latin typeface="Oswald"/>
              <a:ea typeface="Oswald"/>
              <a:cs typeface="Oswald"/>
              <a:sym typeface="Oswald"/>
            </a:endParaRPr>
          </a:p>
          <a:p>
            <a:pPr indent="-381000" lvl="1" marL="1371600" marR="0" rtl="0" algn="l">
              <a:lnSpc>
                <a:spcPct val="100000"/>
              </a:lnSpc>
              <a:spcBef>
                <a:spcPts val="0"/>
              </a:spcBef>
              <a:spcAft>
                <a:spcPts val="0"/>
              </a:spcAft>
              <a:buClr>
                <a:srgbClr val="5B0F00"/>
              </a:buClr>
              <a:buSzPts val="2400"/>
              <a:buFont typeface="Oswald"/>
              <a:buChar char="○"/>
            </a:pPr>
            <a:r>
              <a:rPr b="0" i="0" lang="en-US" sz="1800" u="none" cap="none" strike="noStrike">
                <a:solidFill>
                  <a:srgbClr val="5B0F00"/>
                </a:solidFill>
                <a:latin typeface="Oswald"/>
                <a:ea typeface="Oswald"/>
                <a:cs typeface="Oswald"/>
                <a:sym typeface="Oswald"/>
              </a:rPr>
              <a:t>S = diff/(cmax + cmin)  if L &lt;= 0.5</a:t>
            </a:r>
            <a:endParaRPr b="0" i="0" sz="1800" u="none" cap="none" strike="noStrike">
              <a:solidFill>
                <a:srgbClr val="5B0F00"/>
              </a:solidFill>
              <a:latin typeface="Oswald"/>
              <a:ea typeface="Oswald"/>
              <a:cs typeface="Oswald"/>
              <a:sym typeface="Oswald"/>
            </a:endParaRPr>
          </a:p>
          <a:p>
            <a:pPr indent="-342900" lvl="1" marL="1371600" marR="0" rtl="0" algn="l">
              <a:lnSpc>
                <a:spcPct val="100000"/>
              </a:lnSpc>
              <a:spcBef>
                <a:spcPts val="0"/>
              </a:spcBef>
              <a:spcAft>
                <a:spcPts val="0"/>
              </a:spcAft>
              <a:buClr>
                <a:srgbClr val="5B0F00"/>
              </a:buClr>
              <a:buSzPts val="1800"/>
              <a:buFont typeface="Oswald"/>
              <a:buChar char="○"/>
            </a:pPr>
            <a:r>
              <a:rPr b="0" i="0" lang="en-US" sz="1800" u="none" cap="none" strike="noStrike">
                <a:solidFill>
                  <a:srgbClr val="5B0F00"/>
                </a:solidFill>
                <a:latin typeface="Oswald"/>
                <a:ea typeface="Oswald"/>
                <a:cs typeface="Oswald"/>
                <a:sym typeface="Oswald"/>
              </a:rPr>
              <a:t>S = diff/[2- (cmax + cmin)] if L &gt; 0.5</a:t>
            </a:r>
            <a:endParaRPr b="0" i="0" sz="1800" u="none" cap="none" strike="noStrike">
              <a:solidFill>
                <a:srgbClr val="5B0F00"/>
              </a:solidFill>
              <a:latin typeface="Oswald"/>
              <a:ea typeface="Oswald"/>
              <a:cs typeface="Oswald"/>
              <a:sym typeface="Oswald"/>
            </a:endParaRPr>
          </a:p>
        </p:txBody>
      </p:sp>
      <p:sp>
        <p:nvSpPr>
          <p:cNvPr id="432" name="Google Shape;432;p46"/>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chemeClr val="lt1"/>
        </a:solidFill>
      </p:bgPr>
    </p:bg>
    <p:spTree>
      <p:nvGrpSpPr>
        <p:cNvPr id="437" name="Shape 437"/>
        <p:cNvGrpSpPr/>
        <p:nvPr/>
      </p:nvGrpSpPr>
      <p:grpSpPr>
        <a:xfrm>
          <a:off x="0" y="0"/>
          <a:ext cx="0" cy="0"/>
          <a:chOff x="0" y="0"/>
          <a:chExt cx="0" cy="0"/>
        </a:xfrm>
      </p:grpSpPr>
      <p:pic>
        <p:nvPicPr>
          <p:cNvPr id="438" name="Google Shape;438;p47"/>
          <p:cNvPicPr preferRelativeResize="0"/>
          <p:nvPr/>
        </p:nvPicPr>
        <p:blipFill rotWithShape="1">
          <a:blip r:embed="rId3">
            <a:alphaModFix/>
          </a:blip>
          <a:srcRect b="0" l="0" r="0" t="0"/>
          <a:stretch/>
        </p:blipFill>
        <p:spPr>
          <a:xfrm>
            <a:off x="8292275" y="138338"/>
            <a:ext cx="500625" cy="480600"/>
          </a:xfrm>
          <a:prstGeom prst="rect">
            <a:avLst/>
          </a:prstGeom>
          <a:noFill/>
          <a:ln>
            <a:noFill/>
          </a:ln>
        </p:spPr>
      </p:pic>
      <p:cxnSp>
        <p:nvCxnSpPr>
          <p:cNvPr id="439" name="Google Shape;439;p47"/>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440" name="Google Shape;440;p47"/>
          <p:cNvSpPr txBox="1"/>
          <p:nvPr/>
        </p:nvSpPr>
        <p:spPr>
          <a:xfrm>
            <a:off x="2851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RGB to HLS Conversion Example</a:t>
            </a:r>
            <a:endParaRPr b="1" i="0" sz="3400" u="none" cap="none" strike="noStrike">
              <a:solidFill>
                <a:srgbClr val="5B0F00"/>
              </a:solidFill>
              <a:latin typeface="Oswald"/>
              <a:ea typeface="Oswald"/>
              <a:cs typeface="Oswald"/>
              <a:sym typeface="Oswald"/>
            </a:endParaRPr>
          </a:p>
        </p:txBody>
      </p:sp>
      <p:pic>
        <p:nvPicPr>
          <p:cNvPr id="441" name="Google Shape;441;p47"/>
          <p:cNvPicPr preferRelativeResize="0"/>
          <p:nvPr/>
        </p:nvPicPr>
        <p:blipFill rotWithShape="1">
          <a:blip r:embed="rId4">
            <a:alphaModFix/>
          </a:blip>
          <a:srcRect b="0" l="0" r="0" t="0"/>
          <a:stretch/>
        </p:blipFill>
        <p:spPr>
          <a:xfrm>
            <a:off x="817075" y="845350"/>
            <a:ext cx="7727876" cy="4003176"/>
          </a:xfrm>
          <a:prstGeom prst="rect">
            <a:avLst/>
          </a:prstGeom>
          <a:noFill/>
          <a:ln>
            <a:noFill/>
          </a:ln>
        </p:spPr>
      </p:pic>
      <p:sp>
        <p:nvSpPr>
          <p:cNvPr id="442" name="Google Shape;442;p47"/>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6" name="Shape 446"/>
        <p:cNvGrpSpPr/>
        <p:nvPr/>
      </p:nvGrpSpPr>
      <p:grpSpPr>
        <a:xfrm>
          <a:off x="0" y="0"/>
          <a:ext cx="0" cy="0"/>
          <a:chOff x="0" y="0"/>
          <a:chExt cx="0" cy="0"/>
        </a:xfrm>
      </p:grpSpPr>
      <p:sp>
        <p:nvSpPr>
          <p:cNvPr id="447" name="Google Shape;447;p48"/>
          <p:cNvSpPr txBox="1"/>
          <p:nvPr>
            <p:ph type="title"/>
          </p:nvPr>
        </p:nvSpPr>
        <p:spPr>
          <a:xfrm>
            <a:off x="628650" y="273844"/>
            <a:ext cx="7886700" cy="994200"/>
          </a:xfrm>
          <a:prstGeom prst="rect">
            <a:avLst/>
          </a:prstGeom>
          <a:solidFill>
            <a:schemeClr val="lt1"/>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lt1"/>
              </a:buClr>
              <a:buSzPts val="4000"/>
              <a:buFont typeface="Arial"/>
              <a:buNone/>
            </a:pPr>
            <a:r>
              <a:rPr b="0" i="0" lang="en-US" sz="4000" u="none">
                <a:latin typeface="Arial"/>
                <a:ea typeface="Arial"/>
                <a:cs typeface="Arial"/>
                <a:sym typeface="Arial"/>
              </a:rPr>
              <a:t>Exercise </a:t>
            </a:r>
            <a:endParaRPr/>
          </a:p>
        </p:txBody>
      </p:sp>
      <p:graphicFrame>
        <p:nvGraphicFramePr>
          <p:cNvPr id="448" name="Google Shape;448;p48"/>
          <p:cNvGraphicFramePr/>
          <p:nvPr/>
        </p:nvGraphicFramePr>
        <p:xfrm>
          <a:off x="628646" y="1737325"/>
          <a:ext cx="3000000" cy="3000000"/>
        </p:xfrm>
        <a:graphic>
          <a:graphicData uri="http://schemas.openxmlformats.org/drawingml/2006/table">
            <a:tbl>
              <a:tblPr>
                <a:noFill/>
                <a:tableStyleId>{1406152A-5AD5-457F-86AB-A638D3B05648}</a:tableStyleId>
              </a:tblPr>
              <a:tblGrid>
                <a:gridCol w="518675"/>
                <a:gridCol w="835700"/>
                <a:gridCol w="757425"/>
                <a:gridCol w="743025"/>
                <a:gridCol w="594125"/>
                <a:gridCol w="880525"/>
                <a:gridCol w="1499825"/>
                <a:gridCol w="752900"/>
                <a:gridCol w="617600"/>
                <a:gridCol w="686950"/>
              </a:tblGrid>
              <a:tr h="440200">
                <a:tc gridSpan="10">
                  <a:txBody>
                    <a:bodyPr/>
                    <a:lstStyle/>
                    <a:p>
                      <a:pPr indent="0" lvl="0" marL="0" marR="0" rtl="0" algn="l">
                        <a:lnSpc>
                          <a:spcPct val="115000"/>
                        </a:lnSpc>
                        <a:spcBef>
                          <a:spcPts val="0"/>
                        </a:spcBef>
                        <a:spcAft>
                          <a:spcPts val="0"/>
                        </a:spcAft>
                        <a:buClr>
                          <a:srgbClr val="00000A"/>
                        </a:buClr>
                        <a:buSzPts val="1500"/>
                        <a:buFont typeface="Verdana"/>
                        <a:buNone/>
                      </a:pPr>
                      <a:r>
                        <a:rPr b="0" i="0" lang="en-US" sz="1500" u="none" cap="none" strike="noStrike">
                          <a:solidFill>
                            <a:srgbClr val="00000A"/>
                          </a:solidFill>
                          <a:latin typeface="Verdana"/>
                          <a:ea typeface="Verdana"/>
                          <a:cs typeface="Verdana"/>
                          <a:sym typeface="Verdana"/>
                        </a:rPr>
                        <a:t>Convert the following colors:</a:t>
                      </a:r>
                      <a:endParaRPr sz="1100" u="none" cap="none" strike="noStrike"/>
                    </a:p>
                  </a:txBody>
                  <a:tcPr marT="0" marB="0" marR="18425" marL="18425">
                    <a:lnB cap="flat" cmpd="sng" w="12700">
                      <a:solidFill>
                        <a:srgbClr val="000000"/>
                      </a:solidFill>
                      <a:prstDash val="solid"/>
                      <a:round/>
                      <a:headEnd len="sm" w="sm" type="none"/>
                      <a:tailEnd len="sm" w="sm" type="none"/>
                    </a:lnB>
                    <a:solidFill>
                      <a:srgbClr val="FFFFFF"/>
                    </a:solidFill>
                  </a:tcPr>
                </a:tc>
                <a:tc hMerge="1"/>
                <a:tc hMerge="1"/>
                <a:tc hMerge="1"/>
                <a:tc hMerge="1"/>
                <a:tc hMerge="1"/>
                <a:tc hMerge="1"/>
                <a:tc hMerge="1"/>
                <a:tc hMerge="1"/>
                <a:tc hMerge="1"/>
              </a:tr>
              <a:tr h="667650">
                <a:tc>
                  <a:txBody>
                    <a:bodyPr/>
                    <a:lstStyle/>
                    <a:p>
                      <a:pPr indent="0" lvl="0" marL="0" marR="0" rtl="0" algn="ctr">
                        <a:lnSpc>
                          <a:spcPct val="115000"/>
                        </a:lnSpc>
                        <a:spcBef>
                          <a:spcPts val="0"/>
                        </a:spcBef>
                        <a:spcAft>
                          <a:spcPts val="0"/>
                        </a:spcAft>
                        <a:buClr>
                          <a:srgbClr val="00000A"/>
                        </a:buClr>
                        <a:buSzPts val="1500"/>
                        <a:buFont typeface="Verdana"/>
                        <a:buNone/>
                      </a:pPr>
                      <a:r>
                        <a:t/>
                      </a:r>
                      <a:endParaRPr b="1" sz="1100" u="none" cap="none" strike="noStrike"/>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1" i="0" lang="en-US" sz="1500" u="none" cap="none" strike="noStrike">
                          <a:solidFill>
                            <a:srgbClr val="00000A"/>
                          </a:solidFill>
                          <a:latin typeface="Courier New"/>
                          <a:ea typeface="Courier New"/>
                          <a:cs typeface="Courier New"/>
                          <a:sym typeface="Courier New"/>
                        </a:rPr>
                        <a:t>R</a:t>
                      </a:r>
                      <a:endParaRPr b="1" sz="1100" u="none" cap="none" strike="noStrike">
                        <a:latin typeface="Courier New"/>
                        <a:ea typeface="Courier New"/>
                        <a:cs typeface="Courier New"/>
                        <a:sym typeface="Courier New"/>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1" i="0" lang="en-US" sz="1500" u="none" cap="none" strike="noStrike">
                          <a:solidFill>
                            <a:srgbClr val="00000A"/>
                          </a:solidFill>
                          <a:latin typeface="Courier New"/>
                          <a:ea typeface="Courier New"/>
                          <a:cs typeface="Courier New"/>
                          <a:sym typeface="Courier New"/>
                        </a:rPr>
                        <a:t>G</a:t>
                      </a:r>
                      <a:endParaRPr b="1" sz="1100" u="none" cap="none" strike="noStrike">
                        <a:latin typeface="Courier New"/>
                        <a:ea typeface="Courier New"/>
                        <a:cs typeface="Courier New"/>
                        <a:sym typeface="Courier New"/>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1" i="0" lang="en-US" sz="1500" u="none" cap="none" strike="noStrike">
                          <a:solidFill>
                            <a:srgbClr val="00000A"/>
                          </a:solidFill>
                          <a:latin typeface="Courier New"/>
                          <a:ea typeface="Courier New"/>
                          <a:cs typeface="Courier New"/>
                          <a:sym typeface="Courier New"/>
                        </a:rPr>
                        <a:t>B</a:t>
                      </a:r>
                      <a:endParaRPr b="1" sz="1100" u="none" cap="none" strike="noStrike">
                        <a:latin typeface="Courier New"/>
                        <a:ea typeface="Courier New"/>
                        <a:cs typeface="Courier New"/>
                        <a:sym typeface="Courier New"/>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1" i="0" lang="en-US" sz="1500" u="none" cap="none" strike="noStrike">
                          <a:solidFill>
                            <a:srgbClr val="00000A"/>
                          </a:solidFill>
                          <a:latin typeface="Courier New"/>
                          <a:ea typeface="Courier New"/>
                          <a:cs typeface="Courier New"/>
                          <a:sym typeface="Courier New"/>
                        </a:rPr>
                        <a:t>Hue</a:t>
                      </a:r>
                      <a:endParaRPr b="1" sz="1100" u="none" cap="none" strike="noStrike">
                        <a:latin typeface="Courier New"/>
                        <a:ea typeface="Courier New"/>
                        <a:cs typeface="Courier New"/>
                        <a:sym typeface="Courier New"/>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1" i="0" lang="en-US" sz="1500" u="none" cap="none" strike="noStrike">
                          <a:solidFill>
                            <a:srgbClr val="00000A"/>
                          </a:solidFill>
                          <a:latin typeface="Courier New"/>
                          <a:ea typeface="Courier New"/>
                          <a:cs typeface="Courier New"/>
                          <a:sym typeface="Courier New"/>
                        </a:rPr>
                        <a:t>Sat.</a:t>
                      </a:r>
                      <a:endParaRPr b="1" sz="1100" u="none" cap="none" strike="noStrike">
                        <a:latin typeface="Courier New"/>
                        <a:ea typeface="Courier New"/>
                        <a:cs typeface="Courier New"/>
                        <a:sym typeface="Courier New"/>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1" i="0" lang="en-US" sz="1500" u="none" cap="none" strike="noStrike">
                          <a:solidFill>
                            <a:srgbClr val="00000A"/>
                          </a:solidFill>
                          <a:latin typeface="Courier New"/>
                          <a:ea typeface="Courier New"/>
                          <a:cs typeface="Courier New"/>
                          <a:sym typeface="Courier New"/>
                        </a:rPr>
                        <a:t>Brightness/ Value</a:t>
                      </a:r>
                      <a:endParaRPr b="1" sz="1100" u="none" cap="none" strike="noStrike">
                        <a:latin typeface="Courier New"/>
                        <a:ea typeface="Courier New"/>
                        <a:cs typeface="Courier New"/>
                        <a:sym typeface="Courier New"/>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1" i="0" lang="en-US" sz="1500" u="none" cap="none" strike="noStrike">
                          <a:solidFill>
                            <a:srgbClr val="00000A"/>
                          </a:solidFill>
                          <a:latin typeface="Courier New"/>
                          <a:ea typeface="Courier New"/>
                          <a:cs typeface="Courier New"/>
                          <a:sym typeface="Courier New"/>
                        </a:rPr>
                        <a:t>C</a:t>
                      </a:r>
                      <a:endParaRPr b="1" sz="1100" u="none" cap="none" strike="noStrike">
                        <a:latin typeface="Courier New"/>
                        <a:ea typeface="Courier New"/>
                        <a:cs typeface="Courier New"/>
                        <a:sym typeface="Courier New"/>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1" i="0" lang="en-US" sz="1500" u="none" cap="none" strike="noStrike">
                          <a:solidFill>
                            <a:srgbClr val="00000A"/>
                          </a:solidFill>
                          <a:latin typeface="Courier New"/>
                          <a:ea typeface="Courier New"/>
                          <a:cs typeface="Courier New"/>
                          <a:sym typeface="Courier New"/>
                        </a:rPr>
                        <a:t>M</a:t>
                      </a:r>
                      <a:endParaRPr b="1" sz="1100" u="none" cap="none" strike="noStrike">
                        <a:latin typeface="Courier New"/>
                        <a:ea typeface="Courier New"/>
                        <a:cs typeface="Courier New"/>
                        <a:sym typeface="Courier New"/>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1" i="0" lang="en-US" sz="1500" u="none" cap="none" strike="noStrike">
                          <a:solidFill>
                            <a:srgbClr val="00000A"/>
                          </a:solidFill>
                          <a:latin typeface="Courier New"/>
                          <a:ea typeface="Courier New"/>
                          <a:cs typeface="Courier New"/>
                          <a:sym typeface="Courier New"/>
                        </a:rPr>
                        <a:t>Y</a:t>
                      </a:r>
                      <a:endParaRPr b="1" sz="1100" u="none" cap="none" strike="noStrike">
                        <a:latin typeface="Courier New"/>
                        <a:ea typeface="Courier New"/>
                        <a:cs typeface="Courier New"/>
                        <a:sym typeface="Courier New"/>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33900">
                <a:tc>
                  <a:txBody>
                    <a:bodyPr/>
                    <a:lstStyle/>
                    <a:p>
                      <a:pPr indent="0" lvl="0" marL="0" marR="0" rtl="0" algn="ctr">
                        <a:lnSpc>
                          <a:spcPct val="115000"/>
                        </a:lnSpc>
                        <a:spcBef>
                          <a:spcPts val="0"/>
                        </a:spcBef>
                        <a:spcAft>
                          <a:spcPts val="0"/>
                        </a:spcAft>
                        <a:buClr>
                          <a:srgbClr val="00000A"/>
                        </a:buClr>
                        <a:buSzPts val="1500"/>
                        <a:buFont typeface="Verdana"/>
                        <a:buNone/>
                      </a:pPr>
                      <a:r>
                        <a:rPr b="1" lang="en-US" sz="1400" u="none" cap="none" strike="noStrike">
                          <a:latin typeface="Calibri"/>
                          <a:ea typeface="Calibri"/>
                          <a:cs typeface="Calibri"/>
                          <a:sym typeface="Calibri"/>
                        </a:rPr>
                        <a:t>1</a:t>
                      </a:r>
                      <a:endParaRPr b="1" sz="14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0.25</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0.30</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1.0</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highlight>
                            <a:srgbClr val="00FF00"/>
                          </a:highlight>
                          <a:latin typeface="Calibri"/>
                          <a:ea typeface="Calibri"/>
                          <a:cs typeface="Calibri"/>
                          <a:sym typeface="Calibri"/>
                        </a:rPr>
                        <a:t> 236</a:t>
                      </a:r>
                      <a:r>
                        <a:rPr b="0" lang="en-US" sz="1200" u="none" cap="none" strike="noStrike">
                          <a:solidFill>
                            <a:srgbClr val="00000A"/>
                          </a:solidFill>
                          <a:highlight>
                            <a:srgbClr val="00FF00"/>
                          </a:highlight>
                          <a:latin typeface="Calibri"/>
                          <a:ea typeface="Calibri"/>
                          <a:cs typeface="Calibri"/>
                          <a:sym typeface="Calibri"/>
                        </a:rPr>
                        <a:t>°</a:t>
                      </a:r>
                      <a:endParaRPr b="0" sz="1200" u="none" cap="none" strike="noStrike">
                        <a:highlight>
                          <a:srgbClr val="00FF00"/>
                        </a:highlight>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highlight>
                            <a:srgbClr val="00FF00"/>
                          </a:highlight>
                          <a:latin typeface="Calibri"/>
                          <a:ea typeface="Calibri"/>
                          <a:cs typeface="Calibri"/>
                          <a:sym typeface="Calibri"/>
                        </a:rPr>
                        <a:t> 75%</a:t>
                      </a:r>
                      <a:endParaRPr b="0" sz="1200" u="none" cap="none" strike="noStrike">
                        <a:highlight>
                          <a:srgbClr val="00FF00"/>
                        </a:highlight>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highlight>
                            <a:srgbClr val="00FF00"/>
                          </a:highlight>
                          <a:latin typeface="Calibri"/>
                          <a:ea typeface="Calibri"/>
                          <a:cs typeface="Calibri"/>
                          <a:sym typeface="Calibri"/>
                        </a:rPr>
                        <a:t> 100%</a:t>
                      </a:r>
                      <a:endParaRPr b="0" sz="1200" u="none" cap="none" strike="noStrike">
                        <a:highlight>
                          <a:srgbClr val="00FF00"/>
                        </a:highlight>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highlight>
                            <a:srgbClr val="00FF00"/>
                          </a:highlight>
                          <a:latin typeface="Calibri"/>
                          <a:ea typeface="Calibri"/>
                          <a:cs typeface="Calibri"/>
                          <a:sym typeface="Calibri"/>
                        </a:rPr>
                        <a:t> 0.75</a:t>
                      </a:r>
                      <a:endParaRPr b="0" sz="1200" u="none" cap="none" strike="noStrike">
                        <a:highlight>
                          <a:srgbClr val="00FF00"/>
                        </a:highlight>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highlight>
                            <a:srgbClr val="00FF00"/>
                          </a:highlight>
                          <a:latin typeface="Calibri"/>
                          <a:ea typeface="Calibri"/>
                          <a:cs typeface="Calibri"/>
                          <a:sym typeface="Calibri"/>
                        </a:rPr>
                        <a:t> 0.7</a:t>
                      </a:r>
                      <a:endParaRPr b="0" sz="1200" u="none" cap="none" strike="noStrike">
                        <a:highlight>
                          <a:srgbClr val="00FF00"/>
                        </a:highlight>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highlight>
                            <a:srgbClr val="00FF00"/>
                          </a:highlight>
                          <a:latin typeface="Calibri"/>
                          <a:ea typeface="Calibri"/>
                          <a:cs typeface="Calibri"/>
                          <a:sym typeface="Calibri"/>
                        </a:rPr>
                        <a:t> 0.0</a:t>
                      </a:r>
                      <a:endParaRPr b="0" sz="1200" u="none" cap="none" strike="noStrike">
                        <a:highlight>
                          <a:srgbClr val="00FF00"/>
                        </a:highlight>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30650">
                <a:tc>
                  <a:txBody>
                    <a:bodyPr/>
                    <a:lstStyle/>
                    <a:p>
                      <a:pPr indent="0" lvl="0" marL="0" marR="0" rtl="0" algn="ctr">
                        <a:lnSpc>
                          <a:spcPct val="115000"/>
                        </a:lnSpc>
                        <a:spcBef>
                          <a:spcPts val="0"/>
                        </a:spcBef>
                        <a:spcAft>
                          <a:spcPts val="0"/>
                        </a:spcAft>
                        <a:buClr>
                          <a:srgbClr val="00000A"/>
                        </a:buClr>
                        <a:buSzPts val="1500"/>
                        <a:buFont typeface="Verdana"/>
                        <a:buNone/>
                      </a:pPr>
                      <a:r>
                        <a:rPr b="1" lang="en-US" sz="1400" u="none" cap="none" strike="noStrike">
                          <a:latin typeface="Calibri"/>
                          <a:ea typeface="Calibri"/>
                          <a:cs typeface="Calibri"/>
                          <a:sym typeface="Calibri"/>
                        </a:rPr>
                        <a:t>2</a:t>
                      </a:r>
                      <a:endParaRPr b="1" sz="14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0.01</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1.00</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0.99</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20900">
                <a:tc>
                  <a:txBody>
                    <a:bodyPr/>
                    <a:lstStyle/>
                    <a:p>
                      <a:pPr indent="0" lvl="0" marL="0" marR="0" rtl="0" algn="ctr">
                        <a:lnSpc>
                          <a:spcPct val="115000"/>
                        </a:lnSpc>
                        <a:spcBef>
                          <a:spcPts val="0"/>
                        </a:spcBef>
                        <a:spcAft>
                          <a:spcPts val="0"/>
                        </a:spcAft>
                        <a:buClr>
                          <a:srgbClr val="00000A"/>
                        </a:buClr>
                        <a:buSzPts val="1500"/>
                        <a:buFont typeface="Verdana"/>
                        <a:buNone/>
                      </a:pPr>
                      <a:r>
                        <a:rPr b="1" lang="en-US" sz="1400" u="none" cap="none" strike="noStrike">
                          <a:latin typeface="Calibri"/>
                          <a:ea typeface="Calibri"/>
                          <a:cs typeface="Calibri"/>
                          <a:sym typeface="Calibri"/>
                        </a:rPr>
                        <a:t>3</a:t>
                      </a:r>
                      <a:endParaRPr b="1" sz="14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1.0</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0.11</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0.01</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301450">
                <a:tc>
                  <a:txBody>
                    <a:bodyPr/>
                    <a:lstStyle/>
                    <a:p>
                      <a:pPr indent="0" lvl="0" marL="0" marR="0" rtl="0" algn="ctr">
                        <a:lnSpc>
                          <a:spcPct val="115000"/>
                        </a:lnSpc>
                        <a:spcBef>
                          <a:spcPts val="0"/>
                        </a:spcBef>
                        <a:spcAft>
                          <a:spcPts val="0"/>
                        </a:spcAft>
                        <a:buClr>
                          <a:srgbClr val="00000A"/>
                        </a:buClr>
                        <a:buSzPts val="1500"/>
                        <a:buFont typeface="Verdana"/>
                        <a:buNone/>
                      </a:pPr>
                      <a:r>
                        <a:rPr b="1" lang="en-US" sz="1400" u="none" cap="none" strike="noStrike">
                          <a:latin typeface="Calibri"/>
                          <a:ea typeface="Calibri"/>
                          <a:cs typeface="Calibri"/>
                          <a:sym typeface="Calibri"/>
                        </a:rPr>
                        <a:t>4</a:t>
                      </a:r>
                      <a:endParaRPr b="1" sz="14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lang="en-US" sz="1200" u="none" cap="none" strike="noStrike">
                          <a:latin typeface="Calibri"/>
                          <a:ea typeface="Calibri"/>
                          <a:cs typeface="Calibri"/>
                          <a:sym typeface="Calibri"/>
                        </a:rPr>
                        <a:t>0.8</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lang="en-US" sz="1200" u="none" cap="none" strike="noStrike">
                          <a:latin typeface="Calibri"/>
                          <a:ea typeface="Calibri"/>
                          <a:cs typeface="Calibri"/>
                          <a:sym typeface="Calibri"/>
                        </a:rPr>
                        <a:t>0.8</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lang="en-US" sz="1200" u="none" cap="none" strike="noStrike">
                          <a:latin typeface="Calibri"/>
                          <a:ea typeface="Calibri"/>
                          <a:cs typeface="Calibri"/>
                          <a:sym typeface="Calibri"/>
                        </a:rPr>
                        <a:t>0.3</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highlight>
                            <a:srgbClr val="00FF00"/>
                          </a:highlight>
                          <a:latin typeface="Calibri"/>
                          <a:ea typeface="Calibri"/>
                          <a:cs typeface="Calibri"/>
                          <a:sym typeface="Calibri"/>
                        </a:rPr>
                        <a:t> 60</a:t>
                      </a:r>
                      <a:r>
                        <a:rPr b="0" lang="en-US" sz="1200" u="none" cap="none" strike="noStrike">
                          <a:solidFill>
                            <a:srgbClr val="00000A"/>
                          </a:solidFill>
                          <a:highlight>
                            <a:srgbClr val="00FF00"/>
                          </a:highlight>
                          <a:latin typeface="Calibri"/>
                          <a:ea typeface="Calibri"/>
                          <a:cs typeface="Calibri"/>
                          <a:sym typeface="Calibri"/>
                        </a:rPr>
                        <a:t>°</a:t>
                      </a:r>
                      <a:endParaRPr b="0" sz="1200" u="none" cap="none" strike="noStrike">
                        <a:highlight>
                          <a:srgbClr val="00FF00"/>
                        </a:highlight>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highlight>
                            <a:srgbClr val="00FF00"/>
                          </a:highlight>
                          <a:latin typeface="Calibri"/>
                          <a:ea typeface="Calibri"/>
                          <a:cs typeface="Calibri"/>
                          <a:sym typeface="Calibri"/>
                        </a:rPr>
                        <a:t> 62.5%</a:t>
                      </a:r>
                      <a:endParaRPr b="0" sz="1200" u="none" cap="none" strike="noStrike">
                        <a:highlight>
                          <a:srgbClr val="00FF00"/>
                        </a:highlight>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highlight>
                            <a:srgbClr val="00FF00"/>
                          </a:highlight>
                          <a:latin typeface="Calibri"/>
                          <a:ea typeface="Calibri"/>
                          <a:cs typeface="Calibri"/>
                          <a:sym typeface="Calibri"/>
                        </a:rPr>
                        <a:t> 80%</a:t>
                      </a:r>
                      <a:endParaRPr b="0" sz="1200" u="none" cap="none" strike="noStrike">
                        <a:highlight>
                          <a:srgbClr val="00FF00"/>
                        </a:highlight>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lang="en-US" sz="1200" u="none" cap="none" strike="noStrike">
                          <a:latin typeface="Calibri"/>
                          <a:ea typeface="Calibri"/>
                          <a:cs typeface="Calibri"/>
                          <a:sym typeface="Calibri"/>
                        </a:rPr>
                        <a:t>0.2</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lang="en-US" sz="1200" u="none" cap="none" strike="noStrike">
                          <a:latin typeface="Calibri"/>
                          <a:ea typeface="Calibri"/>
                          <a:cs typeface="Calibri"/>
                          <a:sym typeface="Calibri"/>
                        </a:rPr>
                        <a:t>0.2</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lang="en-US" sz="1200" u="none" cap="none" strike="noStrike">
                          <a:latin typeface="Calibri"/>
                          <a:ea typeface="Calibri"/>
                          <a:cs typeface="Calibri"/>
                          <a:sym typeface="Calibri"/>
                        </a:rPr>
                        <a:t>0.7</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r h="301450">
                <a:tc>
                  <a:txBody>
                    <a:bodyPr/>
                    <a:lstStyle/>
                    <a:p>
                      <a:pPr indent="0" lvl="0" marL="0" marR="0" rtl="0" algn="ctr">
                        <a:lnSpc>
                          <a:spcPct val="115000"/>
                        </a:lnSpc>
                        <a:spcBef>
                          <a:spcPts val="0"/>
                        </a:spcBef>
                        <a:spcAft>
                          <a:spcPts val="0"/>
                        </a:spcAft>
                        <a:buClr>
                          <a:srgbClr val="00000A"/>
                        </a:buClr>
                        <a:buSzPts val="1500"/>
                        <a:buFont typeface="Verdana"/>
                        <a:buNone/>
                      </a:pPr>
                      <a:r>
                        <a:rPr b="1" lang="en-US" sz="1400" u="none" cap="none" strike="noStrike">
                          <a:latin typeface="Calibri"/>
                          <a:ea typeface="Calibri"/>
                          <a:cs typeface="Calibri"/>
                          <a:sym typeface="Calibri"/>
                        </a:rPr>
                        <a:t>5</a:t>
                      </a:r>
                      <a:endParaRPr b="1" sz="14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A"/>
                        </a:buClr>
                        <a:buSzPts val="1500"/>
                        <a:buFont typeface="Verdana"/>
                        <a:buNone/>
                      </a:pPr>
                      <a:r>
                        <a:rPr b="0" i="0" lang="en-US" sz="1200" u="none" cap="none" strike="noStrike">
                          <a:solidFill>
                            <a:srgbClr val="00000A"/>
                          </a:solidFill>
                          <a:latin typeface="Calibri"/>
                          <a:ea typeface="Calibri"/>
                          <a:cs typeface="Calibri"/>
                          <a:sym typeface="Calibri"/>
                        </a:rPr>
                        <a:t> ?</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A"/>
                        </a:buClr>
                        <a:buSzPts val="1500"/>
                        <a:buFont typeface="Verdana"/>
                        <a:buNone/>
                      </a:pPr>
                      <a:r>
                        <a:rPr b="0" lang="en-US" sz="1200" u="none" cap="none" strike="noStrike">
                          <a:latin typeface="Calibri"/>
                          <a:ea typeface="Calibri"/>
                          <a:cs typeface="Calibri"/>
                          <a:sym typeface="Calibri"/>
                        </a:rPr>
                        <a:t>0.1</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A"/>
                        </a:buClr>
                        <a:buSzPts val="1500"/>
                        <a:buFont typeface="Verdana"/>
                        <a:buNone/>
                      </a:pPr>
                      <a:r>
                        <a:rPr b="0" lang="en-US" sz="1200" u="none" cap="none" strike="noStrike">
                          <a:latin typeface="Calibri"/>
                          <a:ea typeface="Calibri"/>
                          <a:cs typeface="Calibri"/>
                          <a:sym typeface="Calibri"/>
                        </a:rPr>
                        <a:t>0.3</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A"/>
                        </a:buClr>
                        <a:buSzPts val="1500"/>
                        <a:buFont typeface="Verdana"/>
                        <a:buNone/>
                      </a:pPr>
                      <a:r>
                        <a:rPr b="0" lang="en-US" sz="1200" u="none" cap="none" strike="noStrike">
                          <a:latin typeface="Calibri"/>
                          <a:ea typeface="Calibri"/>
                          <a:cs typeface="Calibri"/>
                          <a:sym typeface="Calibri"/>
                        </a:rPr>
                        <a:t>0.1</a:t>
                      </a:r>
                      <a:endParaRPr b="0" sz="1200" u="none" cap="none" strike="noStrike">
                        <a:latin typeface="Calibri"/>
                        <a:ea typeface="Calibri"/>
                        <a:cs typeface="Calibri"/>
                        <a:sym typeface="Calibri"/>
                      </a:endParaRPr>
                    </a:p>
                  </a:txBody>
                  <a:tcPr marT="0" marB="0" marR="18425" marL="1842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
        <p:nvSpPr>
          <p:cNvPr id="449" name="Google Shape;449;p48"/>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49"/>
          <p:cNvSpPr txBox="1"/>
          <p:nvPr>
            <p:ph type="title"/>
          </p:nvPr>
        </p:nvSpPr>
        <p:spPr>
          <a:xfrm>
            <a:off x="628650" y="273844"/>
            <a:ext cx="7886700" cy="9942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US"/>
              <a:t>More Exercise!!</a:t>
            </a:r>
            <a:endParaRPr/>
          </a:p>
        </p:txBody>
      </p:sp>
      <p:sp>
        <p:nvSpPr>
          <p:cNvPr id="456" name="Google Shape;456;p49"/>
          <p:cNvSpPr txBox="1"/>
          <p:nvPr>
            <p:ph idx="1" type="body"/>
          </p:nvPr>
        </p:nvSpPr>
        <p:spPr>
          <a:xfrm>
            <a:off x="628650" y="1369219"/>
            <a:ext cx="7886700" cy="3263400"/>
          </a:xfrm>
          <a:prstGeom prst="rect">
            <a:avLst/>
          </a:prstGeom>
        </p:spPr>
        <p:txBody>
          <a:bodyPr anchorCtr="0" anchor="t" bIns="34275" lIns="68575" spcFirstLastPara="1" rIns="68575" wrap="square" tIns="34275">
            <a:normAutofit/>
          </a:bodyPr>
          <a:lstStyle/>
          <a:p>
            <a:pPr indent="0" lvl="0" marL="0" rtl="0" algn="l">
              <a:spcBef>
                <a:spcPts val="800"/>
              </a:spcBef>
              <a:spcAft>
                <a:spcPts val="0"/>
              </a:spcAft>
              <a:buNone/>
            </a:pPr>
            <a:r>
              <a:rPr lang="en-US"/>
              <a:t>Check this link:</a:t>
            </a:r>
            <a:endParaRPr/>
          </a:p>
          <a:p>
            <a:pPr indent="0" lvl="0" marL="0" rtl="0" algn="l">
              <a:spcBef>
                <a:spcPts val="800"/>
              </a:spcBef>
              <a:spcAft>
                <a:spcPts val="0"/>
              </a:spcAft>
              <a:buNone/>
            </a:pPr>
            <a:r>
              <a:rPr lang="en-US" u="sng">
                <a:solidFill>
                  <a:schemeClr val="hlink"/>
                </a:solidFill>
                <a:hlinkClick r:id="rId3"/>
              </a:rPr>
              <a:t>https://docs.google.com/document/d/1cHl5OCODvXEnMRGf0Md6KngfJU2xoUPT25IyD75VOO4/edit?tab=t.qtnrjxpegwi7</a:t>
            </a:r>
            <a:endParaRPr/>
          </a:p>
        </p:txBody>
      </p:sp>
      <p:sp>
        <p:nvSpPr>
          <p:cNvPr id="457" name="Google Shape;457;p49"/>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2" name="Shape 462"/>
        <p:cNvGrpSpPr/>
        <p:nvPr/>
      </p:nvGrpSpPr>
      <p:grpSpPr>
        <a:xfrm>
          <a:off x="0" y="0"/>
          <a:ext cx="0" cy="0"/>
          <a:chOff x="0" y="0"/>
          <a:chExt cx="0" cy="0"/>
        </a:xfrm>
      </p:grpSpPr>
      <p:pic>
        <p:nvPicPr>
          <p:cNvPr id="463" name="Google Shape;463;p50"/>
          <p:cNvPicPr preferRelativeResize="0"/>
          <p:nvPr/>
        </p:nvPicPr>
        <p:blipFill rotWithShape="1">
          <a:blip r:embed="rId3">
            <a:alphaModFix/>
          </a:blip>
          <a:srcRect b="0" l="0" r="0" t="0"/>
          <a:stretch/>
        </p:blipFill>
        <p:spPr>
          <a:xfrm>
            <a:off x="8292275" y="138338"/>
            <a:ext cx="500625" cy="480600"/>
          </a:xfrm>
          <a:prstGeom prst="rect">
            <a:avLst/>
          </a:prstGeom>
          <a:noFill/>
          <a:ln>
            <a:noFill/>
          </a:ln>
        </p:spPr>
      </p:pic>
      <p:cxnSp>
        <p:nvCxnSpPr>
          <p:cNvPr id="464" name="Google Shape;464;p50"/>
          <p:cNvCxnSpPr/>
          <p:nvPr/>
        </p:nvCxnSpPr>
        <p:spPr>
          <a:xfrm flipH="1" rot="10800000">
            <a:off x="319625" y="682706"/>
            <a:ext cx="6107700" cy="15600"/>
          </a:xfrm>
          <a:prstGeom prst="straightConnector1">
            <a:avLst/>
          </a:prstGeom>
          <a:noFill/>
          <a:ln cap="flat" cmpd="sng" w="9525">
            <a:solidFill>
              <a:srgbClr val="5B0F00"/>
            </a:solidFill>
            <a:prstDash val="solid"/>
            <a:round/>
            <a:headEnd len="sm" w="sm" type="none"/>
            <a:tailEnd len="sm" w="sm" type="none"/>
          </a:ln>
        </p:spPr>
      </p:cxnSp>
      <p:sp>
        <p:nvSpPr>
          <p:cNvPr id="465" name="Google Shape;465;p50"/>
          <p:cNvSpPr txBox="1"/>
          <p:nvPr/>
        </p:nvSpPr>
        <p:spPr>
          <a:xfrm>
            <a:off x="208925" y="141506"/>
            <a:ext cx="6024300" cy="480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n-US" sz="3400" u="none" cap="none" strike="noStrike">
                <a:solidFill>
                  <a:srgbClr val="5B0F00"/>
                </a:solidFill>
                <a:latin typeface="Oswald"/>
                <a:ea typeface="Oswald"/>
                <a:cs typeface="Oswald"/>
                <a:sym typeface="Oswald"/>
              </a:rPr>
              <a:t>R</a:t>
            </a:r>
            <a:r>
              <a:rPr b="1" lang="en-US" sz="3400">
                <a:solidFill>
                  <a:srgbClr val="5B0F00"/>
                </a:solidFill>
                <a:latin typeface="Oswald"/>
                <a:ea typeface="Oswald"/>
                <a:cs typeface="Oswald"/>
                <a:sym typeface="Oswald"/>
              </a:rPr>
              <a:t>eference</a:t>
            </a:r>
            <a:endParaRPr b="1" i="0" sz="3400" u="none" cap="none" strike="noStrike">
              <a:solidFill>
                <a:srgbClr val="5B0F00"/>
              </a:solidFill>
              <a:latin typeface="Oswald"/>
              <a:ea typeface="Oswald"/>
              <a:cs typeface="Oswald"/>
              <a:sym typeface="Oswald"/>
            </a:endParaRPr>
          </a:p>
        </p:txBody>
      </p:sp>
      <p:sp>
        <p:nvSpPr>
          <p:cNvPr id="466" name="Google Shape;466;p50"/>
          <p:cNvSpPr txBox="1"/>
          <p:nvPr/>
        </p:nvSpPr>
        <p:spPr>
          <a:xfrm>
            <a:off x="167225" y="1304751"/>
            <a:ext cx="8233800" cy="31782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rgbClr val="5B0F00"/>
              </a:buClr>
              <a:buSzPts val="1800"/>
              <a:buFont typeface="Oswald"/>
              <a:buAutoNum type="arabicPeriod"/>
            </a:pPr>
            <a:r>
              <a:rPr lang="en-US" sz="2300">
                <a:solidFill>
                  <a:schemeClr val="dk1"/>
                </a:solidFill>
                <a:latin typeface="Arial Narrow"/>
                <a:ea typeface="Arial Narrow"/>
                <a:cs typeface="Arial Narrow"/>
                <a:sym typeface="Arial Narrow"/>
              </a:rPr>
              <a:t>Computer Graphics: Principles and Practice: John F. Hughes, James D. Foley, Andries van Dam, Steven K. Feiner (2nd Edition)</a:t>
            </a:r>
            <a:endParaRPr sz="2300">
              <a:solidFill>
                <a:schemeClr val="dk1"/>
              </a:solidFill>
              <a:latin typeface="Arial Narrow"/>
              <a:ea typeface="Arial Narrow"/>
              <a:cs typeface="Arial Narrow"/>
              <a:sym typeface="Arial Narrow"/>
            </a:endParaRPr>
          </a:p>
          <a:p>
            <a:pPr indent="0" lvl="0" marL="457200" rtl="0" algn="l">
              <a:spcBef>
                <a:spcPts val="1000"/>
              </a:spcBef>
              <a:spcAft>
                <a:spcPts val="0"/>
              </a:spcAft>
              <a:buNone/>
            </a:pPr>
            <a:r>
              <a:rPr b="1" lang="en-US" sz="2300">
                <a:solidFill>
                  <a:schemeClr val="dk1"/>
                </a:solidFill>
                <a:latin typeface="Arial Narrow"/>
                <a:ea typeface="Arial Narrow"/>
                <a:cs typeface="Arial Narrow"/>
                <a:sym typeface="Arial Narrow"/>
              </a:rPr>
              <a:t>Chapter: 13.1(before 13.1.1), 13.3.1, 13.3.2, 13.3.4, 13.3.5</a:t>
            </a:r>
            <a:endParaRPr b="1" sz="2300">
              <a:solidFill>
                <a:schemeClr val="dk1"/>
              </a:solidFill>
              <a:latin typeface="Arial Narrow"/>
              <a:ea typeface="Arial Narrow"/>
              <a:cs typeface="Arial Narrow"/>
              <a:sym typeface="Arial Narrow"/>
            </a:endParaRPr>
          </a:p>
          <a:p>
            <a:pPr indent="0" lvl="0" marL="457200" rtl="0" algn="l">
              <a:spcBef>
                <a:spcPts val="1000"/>
              </a:spcBef>
              <a:spcAft>
                <a:spcPts val="0"/>
              </a:spcAft>
              <a:buNone/>
            </a:pPr>
            <a:r>
              <a:t/>
            </a:r>
            <a:endParaRPr b="1" sz="2300">
              <a:solidFill>
                <a:schemeClr val="dk1"/>
              </a:solidFill>
              <a:latin typeface="Arial Narrow"/>
              <a:ea typeface="Arial Narrow"/>
              <a:cs typeface="Arial Narrow"/>
              <a:sym typeface="Arial Narrow"/>
            </a:endParaRPr>
          </a:p>
          <a:p>
            <a:pPr indent="-342900" lvl="0" marL="457200" rtl="0" algn="l">
              <a:spcBef>
                <a:spcPts val="1000"/>
              </a:spcBef>
              <a:spcAft>
                <a:spcPts val="0"/>
              </a:spcAft>
              <a:buClr>
                <a:srgbClr val="3333CC"/>
              </a:buClr>
              <a:buSzPts val="1800"/>
              <a:buFont typeface="Oswald"/>
              <a:buAutoNum type="arabicPeriod"/>
            </a:pPr>
            <a:r>
              <a:rPr lang="en-US" sz="2300">
                <a:solidFill>
                  <a:schemeClr val="dk1"/>
                </a:solidFill>
                <a:latin typeface="Arial Narrow"/>
                <a:ea typeface="Arial Narrow"/>
                <a:cs typeface="Arial Narrow"/>
                <a:sym typeface="Arial Narrow"/>
              </a:rPr>
              <a:t>Website Links:</a:t>
            </a:r>
            <a:endParaRPr sz="2300">
              <a:solidFill>
                <a:schemeClr val="dk1"/>
              </a:solidFill>
              <a:latin typeface="Arial Narrow"/>
              <a:ea typeface="Arial Narrow"/>
              <a:cs typeface="Arial Narrow"/>
              <a:sym typeface="Arial Narrow"/>
            </a:endParaRPr>
          </a:p>
          <a:p>
            <a:pPr indent="-349250" lvl="2" marL="1371600" rtl="0" algn="l">
              <a:spcBef>
                <a:spcPts val="0"/>
              </a:spcBef>
              <a:spcAft>
                <a:spcPts val="0"/>
              </a:spcAft>
              <a:buSzPts val="1900"/>
              <a:buChar char="■"/>
            </a:pPr>
            <a:r>
              <a:rPr lang="en-US" sz="1900" u="sng">
                <a:solidFill>
                  <a:srgbClr val="3333CC"/>
                </a:solidFill>
                <a:hlinkClick r:id="rId4">
                  <a:extLst>
                    <a:ext uri="{A12FA001-AC4F-418D-AE19-62706E023703}">
                      <ahyp:hlinkClr val="tx"/>
                    </a:ext>
                  </a:extLst>
                </a:hlinkClick>
              </a:rPr>
              <a:t>Link 1</a:t>
            </a:r>
            <a:endParaRPr sz="1900">
              <a:solidFill>
                <a:srgbClr val="3333CC"/>
              </a:solidFill>
            </a:endParaRPr>
          </a:p>
          <a:p>
            <a:pPr indent="-349250" lvl="2" marL="1371600" rtl="0" algn="l">
              <a:spcBef>
                <a:spcPts val="0"/>
              </a:spcBef>
              <a:spcAft>
                <a:spcPts val="0"/>
              </a:spcAft>
              <a:buSzPts val="1900"/>
              <a:buChar char="■"/>
            </a:pPr>
            <a:r>
              <a:rPr lang="en-US" sz="1900" u="sng">
                <a:solidFill>
                  <a:srgbClr val="3333CC"/>
                </a:solidFill>
                <a:hlinkClick r:id="rId5">
                  <a:extLst>
                    <a:ext uri="{A12FA001-AC4F-418D-AE19-62706E023703}">
                      <ahyp:hlinkClr val="tx"/>
                    </a:ext>
                  </a:extLst>
                </a:hlinkClick>
              </a:rPr>
              <a:t>Link 2</a:t>
            </a:r>
            <a:endParaRPr sz="1900">
              <a:solidFill>
                <a:srgbClr val="3333CC"/>
              </a:solidFill>
            </a:endParaRPr>
          </a:p>
          <a:p>
            <a:pPr indent="-349250" lvl="2" marL="1371600" rtl="0" algn="l">
              <a:spcBef>
                <a:spcPts val="0"/>
              </a:spcBef>
              <a:spcAft>
                <a:spcPts val="0"/>
              </a:spcAft>
              <a:buSzPts val="1900"/>
              <a:buChar char="■"/>
            </a:pPr>
            <a:r>
              <a:rPr lang="en-US" sz="1900" u="sng">
                <a:solidFill>
                  <a:srgbClr val="3333CC"/>
                </a:solidFill>
                <a:hlinkClick r:id="rId6">
                  <a:extLst>
                    <a:ext uri="{A12FA001-AC4F-418D-AE19-62706E023703}">
                      <ahyp:hlinkClr val="tx"/>
                    </a:ext>
                  </a:extLst>
                </a:hlinkClick>
              </a:rPr>
              <a:t>Link 3</a:t>
            </a:r>
            <a:endParaRPr sz="1000">
              <a:solidFill>
                <a:schemeClr val="dk1"/>
              </a:solidFill>
              <a:latin typeface="Arial Narrow"/>
              <a:ea typeface="Arial Narrow"/>
              <a:cs typeface="Arial Narrow"/>
              <a:sym typeface="Arial Narrow"/>
            </a:endParaRPr>
          </a:p>
          <a:p>
            <a:pPr indent="0" lvl="0" marL="457200" rtl="0" algn="l">
              <a:spcBef>
                <a:spcPts val="0"/>
              </a:spcBef>
              <a:spcAft>
                <a:spcPts val="0"/>
              </a:spcAft>
              <a:buNone/>
            </a:pPr>
            <a:r>
              <a:t/>
            </a:r>
            <a:endParaRPr b="1" sz="2300">
              <a:solidFill>
                <a:schemeClr val="dk1"/>
              </a:solidFill>
              <a:latin typeface="Arial Narrow"/>
              <a:ea typeface="Arial Narrow"/>
              <a:cs typeface="Arial Narrow"/>
              <a:sym typeface="Arial Narrow"/>
            </a:endParaRPr>
          </a:p>
          <a:p>
            <a:pPr indent="0" lvl="0" marL="0" rtl="0" algn="l">
              <a:spcBef>
                <a:spcPts val="1000"/>
              </a:spcBef>
              <a:spcAft>
                <a:spcPts val="0"/>
              </a:spcAft>
              <a:buNone/>
            </a:pPr>
            <a:r>
              <a:t/>
            </a:r>
            <a:endParaRPr b="1" sz="2300">
              <a:solidFill>
                <a:schemeClr val="dk1"/>
              </a:solidFill>
              <a:latin typeface="Arial Narrow"/>
              <a:ea typeface="Arial Narrow"/>
              <a:cs typeface="Arial Narrow"/>
              <a:sym typeface="Arial Narrow"/>
            </a:endParaRPr>
          </a:p>
          <a:p>
            <a:pPr indent="0" lvl="0" marL="0" marR="0" rtl="0" algn="l">
              <a:lnSpc>
                <a:spcPct val="100000"/>
              </a:lnSpc>
              <a:spcBef>
                <a:spcPts val="1000"/>
              </a:spcBef>
              <a:spcAft>
                <a:spcPts val="0"/>
              </a:spcAft>
              <a:buNone/>
            </a:pPr>
            <a:r>
              <a:t/>
            </a:r>
            <a:endParaRPr sz="1800">
              <a:solidFill>
                <a:srgbClr val="5B0F00"/>
              </a:solidFill>
              <a:latin typeface="Oswald"/>
              <a:ea typeface="Oswald"/>
              <a:cs typeface="Oswald"/>
              <a:sym typeface="Oswald"/>
            </a:endParaRPr>
          </a:p>
        </p:txBody>
      </p:sp>
      <p:sp>
        <p:nvSpPr>
          <p:cNvPr id="467" name="Google Shape;467;p50"/>
          <p:cNvSpPr txBox="1"/>
          <p:nvPr>
            <p:ph idx="12" type="sldNum"/>
          </p:nvPr>
        </p:nvSpPr>
        <p:spPr>
          <a:xfrm>
            <a:off x="6457950" y="4767263"/>
            <a:ext cx="2057400" cy="273900"/>
          </a:xfrm>
          <a:prstGeom prst="rect">
            <a:avLst/>
          </a:prstGeom>
        </p:spPr>
        <p:txBody>
          <a:bodyPr anchorCtr="0" anchor="ctr" bIns="34275" lIns="68575" spcFirstLastPara="1" rIns="68575" wrap="square" tIns="34275">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